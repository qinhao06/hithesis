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3679170" cy="7022465"/>
  <p:notesSz cx="6858000" cy="9144000"/>
  <p:defaultTextStyle>
    <a:defPPr>
      <a:defRPr lang="zh-CN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7D46"/>
    <a:srgbClr val="168C9F"/>
    <a:srgbClr val="F0FB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0" Type="http://schemas.openxmlformats.org/officeDocument/2006/relationships/slideLayout" Target="../slideLayouts/slideLayout1.xml"/><Relationship Id="rId4" Type="http://schemas.openxmlformats.org/officeDocument/2006/relationships/image" Target="../media/image4.svg"/><Relationship Id="rId39" Type="http://schemas.openxmlformats.org/officeDocument/2006/relationships/image" Target="../media/image39.svg"/><Relationship Id="rId38" Type="http://schemas.openxmlformats.org/officeDocument/2006/relationships/image" Target="../media/image38.png"/><Relationship Id="rId37" Type="http://schemas.openxmlformats.org/officeDocument/2006/relationships/image" Target="../media/image37.svg"/><Relationship Id="rId36" Type="http://schemas.openxmlformats.org/officeDocument/2006/relationships/image" Target="../media/image36.png"/><Relationship Id="rId35" Type="http://schemas.openxmlformats.org/officeDocument/2006/relationships/image" Target="../media/image35.svg"/><Relationship Id="rId34" Type="http://schemas.openxmlformats.org/officeDocument/2006/relationships/image" Target="../media/image34.png"/><Relationship Id="rId33" Type="http://schemas.openxmlformats.org/officeDocument/2006/relationships/image" Target="../media/image33.svg"/><Relationship Id="rId32" Type="http://schemas.openxmlformats.org/officeDocument/2006/relationships/image" Target="../media/image32.png"/><Relationship Id="rId31" Type="http://schemas.openxmlformats.org/officeDocument/2006/relationships/image" Target="../media/image31.svg"/><Relationship Id="rId30" Type="http://schemas.openxmlformats.org/officeDocument/2006/relationships/image" Target="../media/image30.png"/><Relationship Id="rId3" Type="http://schemas.openxmlformats.org/officeDocument/2006/relationships/image" Target="../media/image3.png"/><Relationship Id="rId29" Type="http://schemas.openxmlformats.org/officeDocument/2006/relationships/image" Target="../media/image29.svg"/><Relationship Id="rId28" Type="http://schemas.openxmlformats.org/officeDocument/2006/relationships/image" Target="../media/image28.png"/><Relationship Id="rId27" Type="http://schemas.openxmlformats.org/officeDocument/2006/relationships/image" Target="../media/image27.svg"/><Relationship Id="rId26" Type="http://schemas.openxmlformats.org/officeDocument/2006/relationships/image" Target="../media/image26.png"/><Relationship Id="rId25" Type="http://schemas.openxmlformats.org/officeDocument/2006/relationships/image" Target="../media/image25.svg"/><Relationship Id="rId24" Type="http://schemas.openxmlformats.org/officeDocument/2006/relationships/image" Target="../media/image24.png"/><Relationship Id="rId23" Type="http://schemas.openxmlformats.org/officeDocument/2006/relationships/image" Target="../media/image23.svg"/><Relationship Id="rId22" Type="http://schemas.openxmlformats.org/officeDocument/2006/relationships/image" Target="../media/image22.png"/><Relationship Id="rId21" Type="http://schemas.openxmlformats.org/officeDocument/2006/relationships/image" Target="../media/image21.svg"/><Relationship Id="rId20" Type="http://schemas.openxmlformats.org/officeDocument/2006/relationships/image" Target="../media/image20.png"/><Relationship Id="rId2" Type="http://schemas.openxmlformats.org/officeDocument/2006/relationships/image" Target="../media/image2.svg"/><Relationship Id="rId19" Type="http://schemas.openxmlformats.org/officeDocument/2006/relationships/image" Target="../media/image19.svg"/><Relationship Id="rId18" Type="http://schemas.openxmlformats.org/officeDocument/2006/relationships/image" Target="../media/image18.png"/><Relationship Id="rId17" Type="http://schemas.openxmlformats.org/officeDocument/2006/relationships/image" Target="../media/image17.svg"/><Relationship Id="rId16" Type="http://schemas.openxmlformats.org/officeDocument/2006/relationships/image" Target="../media/image16.png"/><Relationship Id="rId15" Type="http://schemas.openxmlformats.org/officeDocument/2006/relationships/image" Target="../media/image15.sv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svg"/><Relationship Id="rId11" Type="http://schemas.openxmlformats.org/officeDocument/2006/relationships/image" Target="../media/image11.png"/><Relationship Id="rId10" Type="http://schemas.openxmlformats.org/officeDocument/2006/relationships/image" Target="../media/image10.sv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角矩形 11"/>
          <p:cNvSpPr/>
          <p:nvPr/>
        </p:nvSpPr>
        <p:spPr>
          <a:xfrm>
            <a:off x="286385" y="383540"/>
            <a:ext cx="1656080" cy="5039360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Shape 27"/>
          <p:cNvSpPr txBox="1"/>
          <p:nvPr/>
        </p:nvSpPr>
        <p:spPr>
          <a:xfrm>
            <a:off x="556895" y="1206818"/>
            <a:ext cx="1116330" cy="219710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1200" b="0">
                <a:solidFill>
                  <a:srgbClr val="374151"/>
                </a:solidFill>
                <a:latin typeface="微软雅黑" charset="0"/>
                <a:ea typeface="微软雅黑" charset="0"/>
                <a:cs typeface="微软雅黑"/>
              </a:rPr>
              <a:t>初始识别结果</a:t>
            </a:r>
            <a:endParaRPr lang="zh-CN" sz="1200" b="0">
              <a:solidFill>
                <a:srgbClr val="374151"/>
              </a:solidFill>
              <a:latin typeface="微软雅黑" charset="0"/>
              <a:ea typeface="微软雅黑" charset="0"/>
              <a:cs typeface="微软雅黑"/>
            </a:endParaRPr>
          </a:p>
        </p:txBody>
      </p:sp>
      <p:grpSp>
        <p:nvGrpSpPr>
          <p:cNvPr id="252" name="组合 251"/>
          <p:cNvGrpSpPr/>
          <p:nvPr/>
        </p:nvGrpSpPr>
        <p:grpSpPr>
          <a:xfrm>
            <a:off x="7466965" y="2985770"/>
            <a:ext cx="3778885" cy="1994535"/>
            <a:chOff x="13721" y="2832"/>
            <a:chExt cx="5951" cy="3141"/>
          </a:xfrm>
        </p:grpSpPr>
        <p:sp>
          <p:nvSpPr>
            <p:cNvPr id="167" name="Shape 167"/>
            <p:cNvSpPr txBox="1"/>
            <p:nvPr/>
          </p:nvSpPr>
          <p:spPr>
            <a:xfrm>
              <a:off x="13721" y="2832"/>
              <a:ext cx="5951" cy="3141"/>
            </a:xfrm>
            <a:prstGeom prst="roundRect">
              <a:avLst/>
            </a:prstGeom>
            <a:solidFill>
              <a:srgbClr val="F0FBFD"/>
            </a:solidFill>
            <a:ln w="15240">
              <a:solidFill>
                <a:srgbClr val="168C9F"/>
              </a:solidFill>
            </a:ln>
          </p:spPr>
          <p:txBody>
            <a:bodyPr wrap="square" lIns="27432" tIns="18288" rIns="27432" bIns="18288" anchor="ctr">
              <a:noAutofit/>
            </a:bodyPr>
            <a:lstStyle/>
            <a:p>
              <a:pPr algn="ctr"/>
              <a:endParaRPr lang="zh-CN" sz="1000" b="0">
                <a:latin typeface="微软雅黑" charset="0"/>
                <a:ea typeface="微软雅黑" charset="0"/>
              </a:endParaRPr>
            </a:p>
          </p:txBody>
        </p:sp>
        <p:sp>
          <p:nvSpPr>
            <p:cNvPr id="168" name="Shape 168"/>
            <p:cNvSpPr txBox="1"/>
            <p:nvPr/>
          </p:nvSpPr>
          <p:spPr>
            <a:xfrm>
              <a:off x="14645" y="2979"/>
              <a:ext cx="3974" cy="39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27432" tIns="18288" rIns="27432" bIns="18288" anchor="ctr">
              <a:spAutoFit/>
            </a:bodyPr>
            <a:lstStyle/>
            <a:p>
              <a:pPr algn="ctr"/>
              <a:r>
                <a:rPr lang="zh-CN" sz="1400" b="0">
                  <a:solidFill>
                    <a:srgbClr val="168C9F"/>
                  </a:solidFill>
                  <a:latin typeface="微软雅黑" charset="0"/>
                  <a:ea typeface="微软雅黑" charset="0"/>
                  <a:cs typeface="微软雅黑" charset="0"/>
                </a:rPr>
                <a:t>3 针对性修复执行</a:t>
              </a:r>
              <a:endParaRPr lang="zh-CN" sz="1400" b="0">
                <a:solidFill>
                  <a:srgbClr val="168C9F"/>
                </a:solidFill>
                <a:latin typeface="微软雅黑" charset="0"/>
                <a:ea typeface="微软雅黑" charset="0"/>
                <a:cs typeface="微软雅黑" charset="0"/>
              </a:endParaRPr>
            </a:p>
          </p:txBody>
        </p:sp>
        <p:grpSp>
          <p:nvGrpSpPr>
            <p:cNvPr id="169" name="组合 168"/>
            <p:cNvGrpSpPr/>
            <p:nvPr/>
          </p:nvGrpSpPr>
          <p:grpSpPr>
            <a:xfrm>
              <a:off x="13938" y="3485"/>
              <a:ext cx="1804" cy="2291"/>
              <a:chOff x="13825" y="3485"/>
              <a:chExt cx="1804" cy="2291"/>
            </a:xfrm>
          </p:grpSpPr>
          <p:sp>
            <p:nvSpPr>
              <p:cNvPr id="170" name="Shape 170"/>
              <p:cNvSpPr txBox="1"/>
              <p:nvPr/>
            </p:nvSpPr>
            <p:spPr>
              <a:xfrm>
                <a:off x="13825" y="3485"/>
                <a:ext cx="1804" cy="2291"/>
              </a:xfrm>
              <a:prstGeom prst="roundRect">
                <a:avLst/>
              </a:prstGeom>
              <a:solidFill>
                <a:srgbClr val="F7FDFF"/>
              </a:solidFill>
              <a:ln w="12700">
                <a:solidFill>
                  <a:srgbClr val="6FB8C6"/>
                </a:solidFill>
              </a:ln>
            </p:spPr>
            <p:txBody>
              <a:bodyPr wrap="square" lIns="27432" tIns="18288" rIns="27432" bIns="18288" anchor="ctr">
                <a:noAutofit/>
              </a:bodyPr>
              <a:lstStyle/>
              <a:p>
                <a:pPr algn="ctr"/>
                <a:endParaRPr lang="zh-CN" sz="1000" b="0">
                  <a:latin typeface="微软雅黑" charset="0"/>
                  <a:ea typeface="微软雅黑" charset="0"/>
                </a:endParaRPr>
              </a:p>
            </p:txBody>
          </p:sp>
          <p:sp>
            <p:nvSpPr>
              <p:cNvPr id="171" name="Shape 171"/>
              <p:cNvSpPr txBox="1"/>
              <p:nvPr/>
            </p:nvSpPr>
            <p:spPr>
              <a:xfrm>
                <a:off x="13910" y="3597"/>
                <a:ext cx="1613" cy="266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lIns="27432" tIns="18288" rIns="27432" bIns="18288" anchor="ctr">
                <a:spAutoFit/>
              </a:bodyPr>
              <a:lstStyle/>
              <a:p>
                <a:pPr algn="ctr"/>
                <a:r>
                  <a:rPr lang="zh-CN" sz="870" b="0">
                    <a:solidFill>
                      <a:srgbClr val="167387"/>
                    </a:solidFill>
                    <a:latin typeface="微软雅黑" charset="0"/>
                    <a:ea typeface="微软雅黑" charset="0"/>
                    <a:cs typeface="微软雅黑" charset="0"/>
                  </a:rPr>
                  <a:t>① 结构级修复</a:t>
                </a:r>
                <a:endParaRPr lang="zh-CN" sz="870" b="0">
                  <a:solidFill>
                    <a:srgbClr val="167387"/>
                  </a:solidFill>
                  <a:latin typeface="微软雅黑" charset="0"/>
                  <a:ea typeface="微软雅黑" charset="0"/>
                  <a:cs typeface="微软雅黑" charset="0"/>
                </a:endParaRPr>
              </a:p>
            </p:txBody>
          </p:sp>
          <p:sp>
            <p:nvSpPr>
              <p:cNvPr id="172" name="Shape 172"/>
              <p:cNvSpPr txBox="1"/>
              <p:nvPr/>
            </p:nvSpPr>
            <p:spPr>
              <a:xfrm>
                <a:off x="13925" y="3922"/>
                <a:ext cx="1584" cy="31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10160">
                <a:solidFill>
                  <a:srgbClr val="8799A8"/>
                </a:solidFill>
              </a:ln>
            </p:spPr>
            <p:txBody>
              <a:bodyPr wrap="square" lIns="27432" tIns="18288" rIns="27432" bIns="18288" anchor="ctr">
                <a:spAutoFit/>
              </a:bodyPr>
              <a:lstStyle/>
              <a:p>
                <a:pPr algn="ctr"/>
                <a:r>
                  <a:rPr lang="zh-CN" sz="740" b="0">
                    <a:solidFill>
                      <a:srgbClr val="374151"/>
                    </a:solidFill>
                    <a:latin typeface="微软雅黑" charset="0"/>
                    <a:ea typeface="微软雅黑" charset="0"/>
                    <a:cs typeface="微软雅黑" charset="0"/>
                  </a:rPr>
                  <a:t>规范化 HTML</a:t>
                </a:r>
                <a:endParaRPr lang="zh-CN" sz="740" b="0">
                  <a:solidFill>
                    <a:srgbClr val="374151"/>
                  </a:solidFill>
                  <a:latin typeface="微软雅黑" charset="0"/>
                  <a:ea typeface="微软雅黑" charset="0"/>
                  <a:cs typeface="微软雅黑" charset="0"/>
                </a:endParaRPr>
              </a:p>
            </p:txBody>
          </p:sp>
          <p:cxnSp>
            <p:nvCxnSpPr>
              <p:cNvPr id="173" name="Connector 173"/>
              <p:cNvCxnSpPr/>
              <p:nvPr/>
            </p:nvCxnSpPr>
            <p:spPr>
              <a:xfrm>
                <a:off x="14717" y="4248"/>
                <a:ext cx="1" cy="187"/>
              </a:xfrm>
              <a:prstGeom prst="straightConnector1">
                <a:avLst/>
              </a:prstGeom>
              <a:ln w="11430" cap="sq">
                <a:solidFill>
                  <a:srgbClr val="374151"/>
                </a:solidFill>
                <a:tailEnd type="triangle"/>
              </a:ln>
            </p:spPr>
          </p:cxnSp>
          <p:sp>
            <p:nvSpPr>
              <p:cNvPr id="174" name="Shape 174"/>
              <p:cNvSpPr txBox="1"/>
              <p:nvPr/>
            </p:nvSpPr>
            <p:spPr>
              <a:xfrm>
                <a:off x="13925" y="4479"/>
                <a:ext cx="1584" cy="547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10160">
                <a:solidFill>
                  <a:srgbClr val="8799A8"/>
                </a:solidFill>
              </a:ln>
            </p:spPr>
            <p:txBody>
              <a:bodyPr wrap="square" lIns="27432" tIns="18288" rIns="27432" bIns="18288" anchor="ctr">
                <a:spAutoFit/>
              </a:bodyPr>
              <a:lstStyle/>
              <a:p>
                <a:pPr algn="ctr"/>
                <a:r>
                  <a:rPr lang="zh-CN" sz="740" b="0">
                    <a:solidFill>
                      <a:srgbClr val="374151"/>
                    </a:solidFill>
                    <a:latin typeface="微软雅黑" charset="0"/>
                    <a:ea typeface="微软雅黑" charset="0"/>
                    <a:cs typeface="微软雅黑" charset="0"/>
                  </a:rPr>
                  <a:t>修复 rowspan/colspan</a:t>
                </a:r>
                <a:endParaRPr lang="zh-CN" sz="740" b="0">
                  <a:solidFill>
                    <a:srgbClr val="374151"/>
                  </a:solidFill>
                  <a:latin typeface="微软雅黑" charset="0"/>
                  <a:ea typeface="微软雅黑" charset="0"/>
                  <a:cs typeface="微软雅黑" charset="0"/>
                </a:endParaRPr>
              </a:p>
            </p:txBody>
          </p:sp>
          <p:cxnSp>
            <p:nvCxnSpPr>
              <p:cNvPr id="175" name="Connector 175"/>
              <p:cNvCxnSpPr/>
              <p:nvPr/>
            </p:nvCxnSpPr>
            <p:spPr>
              <a:xfrm>
                <a:off x="14740" y="5025"/>
                <a:ext cx="1" cy="187"/>
              </a:xfrm>
              <a:prstGeom prst="straightConnector1">
                <a:avLst/>
              </a:prstGeom>
              <a:ln w="11430" cap="sq">
                <a:solidFill>
                  <a:srgbClr val="374151"/>
                </a:solidFill>
                <a:tailEnd type="triangle"/>
              </a:ln>
            </p:spPr>
          </p:cxnSp>
          <p:sp>
            <p:nvSpPr>
              <p:cNvPr id="176" name="Shape 176"/>
              <p:cNvSpPr txBox="1"/>
              <p:nvPr/>
            </p:nvSpPr>
            <p:spPr>
              <a:xfrm>
                <a:off x="13925" y="5271"/>
                <a:ext cx="1584" cy="31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10160">
                <a:solidFill>
                  <a:srgbClr val="8799A8"/>
                </a:solidFill>
              </a:ln>
            </p:spPr>
            <p:txBody>
              <a:bodyPr wrap="square" lIns="27432" tIns="18288" rIns="27432" bIns="18288" anchor="ctr">
                <a:spAutoFit/>
              </a:bodyPr>
              <a:lstStyle/>
              <a:p>
                <a:pPr algn="ctr"/>
                <a:r>
                  <a:rPr lang="zh-CN" sz="740" b="0">
                    <a:solidFill>
                      <a:srgbClr val="374151"/>
                    </a:solidFill>
                    <a:latin typeface="微软雅黑" charset="0"/>
                    <a:ea typeface="微软雅黑" charset="0"/>
                    <a:cs typeface="微软雅黑"/>
                  </a:rPr>
                  <a:t>校正行列拓扑</a:t>
                </a:r>
                <a:endParaRPr lang="zh-CN" sz="740" b="0">
                  <a:solidFill>
                    <a:srgbClr val="374151"/>
                  </a:solidFill>
                  <a:latin typeface="微软雅黑" charset="0"/>
                  <a:ea typeface="微软雅黑" charset="0"/>
                  <a:cs typeface="微软雅黑"/>
                </a:endParaRPr>
              </a:p>
            </p:txBody>
          </p:sp>
        </p:grpSp>
        <p:grpSp>
          <p:nvGrpSpPr>
            <p:cNvPr id="248" name="组合 247"/>
            <p:cNvGrpSpPr/>
            <p:nvPr/>
          </p:nvGrpSpPr>
          <p:grpSpPr>
            <a:xfrm>
              <a:off x="15477" y="3507"/>
              <a:ext cx="2506" cy="2278"/>
              <a:chOff x="15760" y="3507"/>
              <a:chExt cx="2506" cy="2278"/>
            </a:xfrm>
          </p:grpSpPr>
          <p:sp>
            <p:nvSpPr>
              <p:cNvPr id="177" name="Shape 177"/>
              <p:cNvSpPr txBox="1"/>
              <p:nvPr/>
            </p:nvSpPr>
            <p:spPr>
              <a:xfrm>
                <a:off x="16217" y="3507"/>
                <a:ext cx="1613" cy="2278"/>
              </a:xfrm>
              <a:prstGeom prst="roundRect">
                <a:avLst/>
              </a:prstGeom>
              <a:solidFill>
                <a:srgbClr val="F7FDFF"/>
              </a:solidFill>
              <a:ln w="12700">
                <a:solidFill>
                  <a:srgbClr val="6FB8C6"/>
                </a:solidFill>
              </a:ln>
            </p:spPr>
            <p:txBody>
              <a:bodyPr wrap="square" lIns="27432" tIns="18288" rIns="27432" bIns="18288" anchor="ctr">
                <a:noAutofit/>
              </a:bodyPr>
              <a:lstStyle/>
              <a:p>
                <a:pPr algn="ctr"/>
                <a:endParaRPr lang="zh-CN" sz="1000" b="0">
                  <a:latin typeface="微软雅黑" charset="0"/>
                  <a:ea typeface="微软雅黑" charset="0"/>
                </a:endParaRPr>
              </a:p>
            </p:txBody>
          </p:sp>
          <p:sp>
            <p:nvSpPr>
              <p:cNvPr id="178" name="Shape 178"/>
              <p:cNvSpPr txBox="1"/>
              <p:nvPr/>
            </p:nvSpPr>
            <p:spPr>
              <a:xfrm>
                <a:off x="15760" y="3614"/>
                <a:ext cx="2506" cy="266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lIns="27432" tIns="18288" rIns="27432" bIns="18288" anchor="ctr">
                <a:spAutoFit/>
              </a:bodyPr>
              <a:lstStyle/>
              <a:p>
                <a:pPr algn="ctr"/>
                <a:r>
                  <a:rPr lang="zh-CN" sz="870" b="0">
                    <a:solidFill>
                      <a:srgbClr val="167387"/>
                    </a:solidFill>
                    <a:latin typeface="微软雅黑" charset="0"/>
                    <a:ea typeface="微软雅黑" charset="0"/>
                    <a:cs typeface="微软雅黑" charset="0"/>
                  </a:rPr>
                  <a:t>② 单元格级</a:t>
                </a:r>
                <a:r>
                  <a:rPr lang="zh-CN" sz="870" b="0">
                    <a:solidFill>
                      <a:srgbClr val="167387"/>
                    </a:solidFill>
                    <a:latin typeface="微软雅黑" charset="0"/>
                    <a:ea typeface="微软雅黑" charset="0"/>
                    <a:cs typeface="微软雅黑" charset="0"/>
                  </a:rPr>
                  <a:t>修复</a:t>
                </a:r>
                <a:endParaRPr lang="zh-CN" sz="870" b="0">
                  <a:solidFill>
                    <a:srgbClr val="167387"/>
                  </a:solidFill>
                  <a:latin typeface="微软雅黑" charset="0"/>
                  <a:ea typeface="微软雅黑" charset="0"/>
                  <a:cs typeface="微软雅黑" charset="0"/>
                </a:endParaRPr>
              </a:p>
            </p:txBody>
          </p:sp>
          <p:sp>
            <p:nvSpPr>
              <p:cNvPr id="179" name="Shape 179"/>
              <p:cNvSpPr txBox="1"/>
              <p:nvPr/>
            </p:nvSpPr>
            <p:spPr>
              <a:xfrm>
                <a:off x="16328" y="3922"/>
                <a:ext cx="1372" cy="332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10160">
                <a:solidFill>
                  <a:srgbClr val="8799A8"/>
                </a:solidFill>
              </a:ln>
            </p:spPr>
            <p:txBody>
              <a:bodyPr wrap="square" lIns="27432" tIns="18288" rIns="27432" bIns="18288" anchor="ctr">
                <a:noAutofit/>
              </a:bodyPr>
              <a:lstStyle/>
              <a:p>
                <a:pPr algn="ctr"/>
                <a:r>
                  <a:rPr lang="zh-CN" sz="740" b="0">
                    <a:solidFill>
                      <a:srgbClr val="374151"/>
                    </a:solidFill>
                    <a:latin typeface="微软雅黑" charset="0"/>
                    <a:ea typeface="微软雅黑" charset="0"/>
                    <a:cs typeface="微软雅黑"/>
                  </a:rPr>
                  <a:t>风险单元格定位</a:t>
                </a:r>
                <a:endParaRPr lang="zh-CN" sz="740" b="0">
                  <a:solidFill>
                    <a:srgbClr val="374151"/>
                  </a:solidFill>
                  <a:latin typeface="微软雅黑" charset="0"/>
                  <a:ea typeface="微软雅黑" charset="0"/>
                  <a:cs typeface="微软雅黑"/>
                </a:endParaRPr>
              </a:p>
            </p:txBody>
          </p:sp>
          <p:cxnSp>
            <p:nvCxnSpPr>
              <p:cNvPr id="180" name="Connector 180"/>
              <p:cNvCxnSpPr/>
              <p:nvPr/>
            </p:nvCxnSpPr>
            <p:spPr>
              <a:xfrm>
                <a:off x="17023" y="4318"/>
                <a:ext cx="1" cy="187"/>
              </a:xfrm>
              <a:prstGeom prst="straightConnector1">
                <a:avLst/>
              </a:prstGeom>
              <a:ln w="11430" cap="sq">
                <a:solidFill>
                  <a:srgbClr val="374151"/>
                </a:solidFill>
                <a:tailEnd type="triangle"/>
              </a:ln>
            </p:spPr>
          </p:cxnSp>
          <p:sp>
            <p:nvSpPr>
              <p:cNvPr id="181" name="Shape 181"/>
              <p:cNvSpPr txBox="1"/>
              <p:nvPr/>
            </p:nvSpPr>
            <p:spPr>
              <a:xfrm>
                <a:off x="16327" y="4622"/>
                <a:ext cx="1343" cy="317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10160">
                <a:solidFill>
                  <a:srgbClr val="8799A8"/>
                </a:solidFill>
              </a:ln>
            </p:spPr>
            <p:txBody>
              <a:bodyPr wrap="square" lIns="27432" tIns="18288" rIns="27432" bIns="18288" anchor="ctr">
                <a:noAutofit/>
              </a:bodyPr>
              <a:lstStyle/>
              <a:p>
                <a:pPr algn="ctr"/>
                <a:r>
                  <a:rPr lang="zh-CN" sz="740" b="0">
                    <a:solidFill>
                      <a:srgbClr val="374151"/>
                    </a:solidFill>
                    <a:latin typeface="微软雅黑" charset="0"/>
                    <a:ea typeface="微软雅黑" charset="0"/>
                    <a:cs typeface="微软雅黑"/>
                  </a:rPr>
                  <a:t>局部裁剪复核</a:t>
                </a:r>
                <a:endParaRPr lang="zh-CN" sz="740" b="0">
                  <a:solidFill>
                    <a:srgbClr val="374151"/>
                  </a:solidFill>
                  <a:latin typeface="微软雅黑" charset="0"/>
                  <a:ea typeface="微软雅黑" charset="0"/>
                  <a:cs typeface="微软雅黑"/>
                </a:endParaRPr>
              </a:p>
            </p:txBody>
          </p:sp>
          <p:cxnSp>
            <p:nvCxnSpPr>
              <p:cNvPr id="182" name="Connector 182"/>
              <p:cNvCxnSpPr/>
              <p:nvPr/>
            </p:nvCxnSpPr>
            <p:spPr>
              <a:xfrm>
                <a:off x="17024" y="4996"/>
                <a:ext cx="1" cy="187"/>
              </a:xfrm>
              <a:prstGeom prst="straightConnector1">
                <a:avLst/>
              </a:prstGeom>
              <a:ln w="11430" cap="sq">
                <a:solidFill>
                  <a:srgbClr val="374151"/>
                </a:solidFill>
                <a:tailEnd type="triangle"/>
              </a:ln>
            </p:spPr>
          </p:cxnSp>
          <p:sp>
            <p:nvSpPr>
              <p:cNvPr id="185" name="Shape 185"/>
              <p:cNvSpPr txBox="1"/>
              <p:nvPr/>
            </p:nvSpPr>
            <p:spPr>
              <a:xfrm>
                <a:off x="16327" y="5270"/>
                <a:ext cx="1373" cy="312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10160">
                <a:solidFill>
                  <a:srgbClr val="8799A8"/>
                </a:solidFill>
              </a:ln>
            </p:spPr>
            <p:txBody>
              <a:bodyPr wrap="square" lIns="27432" tIns="18288" rIns="27432" bIns="18288" anchor="ctr">
                <a:noAutofit/>
              </a:bodyPr>
              <a:lstStyle/>
              <a:p>
                <a:pPr algn="ctr"/>
                <a:r>
                  <a:rPr lang="zh-CN" sz="740" b="0">
                    <a:solidFill>
                      <a:srgbClr val="374151"/>
                    </a:solidFill>
                    <a:latin typeface="微软雅黑" charset="0"/>
                    <a:ea typeface="微软雅黑" charset="0"/>
                    <a:cs typeface="微软雅黑"/>
                  </a:rPr>
                  <a:t>内容更新</a:t>
                </a:r>
                <a:endParaRPr lang="zh-CN" sz="740" b="0">
                  <a:solidFill>
                    <a:srgbClr val="374151"/>
                  </a:solidFill>
                  <a:latin typeface="微软雅黑" charset="0"/>
                  <a:ea typeface="微软雅黑" charset="0"/>
                  <a:cs typeface="微软雅黑"/>
                </a:endParaRPr>
              </a:p>
            </p:txBody>
          </p:sp>
        </p:grpSp>
        <p:grpSp>
          <p:nvGrpSpPr>
            <p:cNvPr id="249" name="组合 248"/>
            <p:cNvGrpSpPr/>
            <p:nvPr/>
          </p:nvGrpSpPr>
          <p:grpSpPr>
            <a:xfrm>
              <a:off x="17737" y="3497"/>
              <a:ext cx="1731" cy="2289"/>
              <a:chOff x="18114" y="3485"/>
              <a:chExt cx="1731" cy="2289"/>
            </a:xfrm>
          </p:grpSpPr>
          <p:sp>
            <p:nvSpPr>
              <p:cNvPr id="186" name="Shape 186"/>
              <p:cNvSpPr txBox="1"/>
              <p:nvPr/>
            </p:nvSpPr>
            <p:spPr>
              <a:xfrm>
                <a:off x="18114" y="3485"/>
                <a:ext cx="1731" cy="2289"/>
              </a:xfrm>
              <a:prstGeom prst="roundRect">
                <a:avLst/>
              </a:prstGeom>
              <a:solidFill>
                <a:srgbClr val="F7FDFF"/>
              </a:solidFill>
              <a:ln w="12700">
                <a:solidFill>
                  <a:srgbClr val="6FB8C6"/>
                </a:solidFill>
              </a:ln>
            </p:spPr>
            <p:txBody>
              <a:bodyPr wrap="square" lIns="27432" tIns="18288" rIns="27432" bIns="18288" anchor="ctr">
                <a:noAutofit/>
              </a:bodyPr>
              <a:lstStyle/>
              <a:p>
                <a:pPr algn="ctr"/>
                <a:endParaRPr lang="zh-CN" sz="1000" b="0">
                  <a:latin typeface="微软雅黑" charset="0"/>
                  <a:ea typeface="微软雅黑" charset="0"/>
                </a:endParaRPr>
              </a:p>
            </p:txBody>
          </p:sp>
          <p:sp>
            <p:nvSpPr>
              <p:cNvPr id="187" name="Shape 187"/>
              <p:cNvSpPr txBox="1"/>
              <p:nvPr/>
            </p:nvSpPr>
            <p:spPr>
              <a:xfrm>
                <a:off x="18172" y="3643"/>
                <a:ext cx="1613" cy="266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lIns="27432" tIns="18288" rIns="27432" bIns="18288" anchor="ctr">
                <a:spAutoFit/>
              </a:bodyPr>
              <a:lstStyle/>
              <a:p>
                <a:pPr algn="ctr"/>
                <a:r>
                  <a:rPr lang="zh-CN" sz="870" b="0">
                    <a:solidFill>
                      <a:srgbClr val="167387"/>
                    </a:solidFill>
                    <a:latin typeface="微软雅黑" charset="0"/>
                    <a:ea typeface="微软雅黑" charset="0"/>
                    <a:cs typeface="微软雅黑" charset="0"/>
                  </a:rPr>
                  <a:t>③ 复杂布局重处理</a:t>
                </a:r>
                <a:endParaRPr lang="zh-CN" sz="870" b="0">
                  <a:solidFill>
                    <a:srgbClr val="167387"/>
                  </a:solidFill>
                  <a:latin typeface="微软雅黑" charset="0"/>
                  <a:ea typeface="微软雅黑" charset="0"/>
                  <a:cs typeface="微软雅黑" charset="0"/>
                </a:endParaRPr>
              </a:p>
            </p:txBody>
          </p:sp>
          <p:sp>
            <p:nvSpPr>
              <p:cNvPr id="188" name="Shape 188"/>
              <p:cNvSpPr txBox="1"/>
              <p:nvPr/>
            </p:nvSpPr>
            <p:spPr>
              <a:xfrm>
                <a:off x="18360" y="4028"/>
                <a:ext cx="1159" cy="331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10160">
                <a:solidFill>
                  <a:srgbClr val="8799A8"/>
                </a:solidFill>
              </a:ln>
            </p:spPr>
            <p:txBody>
              <a:bodyPr wrap="square" lIns="27432" tIns="18288" rIns="27432" bIns="18288" anchor="ctr">
                <a:spAutoFit/>
              </a:bodyPr>
              <a:lstStyle/>
              <a:p>
                <a:pPr algn="ctr"/>
                <a:r>
                  <a:rPr lang="zh-CN" sz="740" b="0">
                    <a:solidFill>
                      <a:srgbClr val="374151"/>
                    </a:solidFill>
                    <a:latin typeface="微软雅黑" charset="0"/>
                    <a:ea typeface="微软雅黑" charset="0"/>
                    <a:cs typeface="微软雅黑" charset="0"/>
                  </a:rPr>
                  <a:t>长表/宽表切分</a:t>
                </a:r>
                <a:endParaRPr lang="zh-CN" sz="740" b="0">
                  <a:solidFill>
                    <a:srgbClr val="374151"/>
                  </a:solidFill>
                  <a:latin typeface="微软雅黑" charset="0"/>
                  <a:ea typeface="微软雅黑" charset="0"/>
                  <a:cs typeface="微软雅黑" charset="0"/>
                </a:endParaRPr>
              </a:p>
            </p:txBody>
          </p:sp>
          <p:cxnSp>
            <p:nvCxnSpPr>
              <p:cNvPr id="189" name="Connector 189"/>
              <p:cNvCxnSpPr/>
              <p:nvPr/>
            </p:nvCxnSpPr>
            <p:spPr>
              <a:xfrm>
                <a:off x="18905" y="4382"/>
                <a:ext cx="1" cy="187"/>
              </a:xfrm>
              <a:prstGeom prst="straightConnector1">
                <a:avLst/>
              </a:prstGeom>
              <a:ln w="11430" cap="sq">
                <a:solidFill>
                  <a:srgbClr val="374151"/>
                </a:solidFill>
                <a:tailEnd type="triangle"/>
              </a:ln>
            </p:spPr>
          </p:cxnSp>
          <p:sp>
            <p:nvSpPr>
              <p:cNvPr id="190" name="Shape 190"/>
              <p:cNvSpPr txBox="1"/>
              <p:nvPr/>
            </p:nvSpPr>
            <p:spPr>
              <a:xfrm>
                <a:off x="18360" y="4590"/>
                <a:ext cx="1158" cy="331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10160">
                <a:solidFill>
                  <a:srgbClr val="8799A8"/>
                </a:solidFill>
              </a:ln>
            </p:spPr>
            <p:txBody>
              <a:bodyPr wrap="square" lIns="27432" tIns="18288" rIns="27432" bIns="18288" anchor="ctr">
                <a:spAutoFit/>
              </a:bodyPr>
              <a:lstStyle/>
              <a:p>
                <a:pPr algn="ctr"/>
                <a:r>
                  <a:rPr lang="zh-CN" sz="740" b="0">
                    <a:solidFill>
                      <a:srgbClr val="374151"/>
                    </a:solidFill>
                    <a:latin typeface="微软雅黑" charset="0"/>
                    <a:ea typeface="微软雅黑" charset="0"/>
                    <a:cs typeface="微软雅黑"/>
                  </a:rPr>
                  <a:t>多区域识别</a:t>
                </a:r>
                <a:endParaRPr lang="zh-CN" sz="740" b="0">
                  <a:solidFill>
                    <a:srgbClr val="374151"/>
                  </a:solidFill>
                  <a:latin typeface="微软雅黑" charset="0"/>
                  <a:ea typeface="微软雅黑" charset="0"/>
                  <a:cs typeface="微软雅黑"/>
                </a:endParaRPr>
              </a:p>
            </p:txBody>
          </p:sp>
          <p:cxnSp>
            <p:nvCxnSpPr>
              <p:cNvPr id="191" name="Connector 191"/>
              <p:cNvCxnSpPr/>
              <p:nvPr/>
            </p:nvCxnSpPr>
            <p:spPr>
              <a:xfrm>
                <a:off x="18905" y="4966"/>
                <a:ext cx="1" cy="187"/>
              </a:xfrm>
              <a:prstGeom prst="straightConnector1">
                <a:avLst/>
              </a:prstGeom>
              <a:ln w="11430" cap="sq">
                <a:solidFill>
                  <a:srgbClr val="374151"/>
                </a:solidFill>
                <a:tailEnd type="triangle"/>
              </a:ln>
            </p:spPr>
          </p:cxnSp>
          <p:sp>
            <p:nvSpPr>
              <p:cNvPr id="192" name="Shape 192"/>
              <p:cNvSpPr txBox="1"/>
              <p:nvPr/>
            </p:nvSpPr>
            <p:spPr>
              <a:xfrm>
                <a:off x="18361" y="5151"/>
                <a:ext cx="1157" cy="331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10160">
                <a:solidFill>
                  <a:srgbClr val="8799A8"/>
                </a:solidFill>
              </a:ln>
            </p:spPr>
            <p:txBody>
              <a:bodyPr wrap="square" lIns="27432" tIns="18288" rIns="27432" bIns="18288" anchor="ctr">
                <a:spAutoFit/>
              </a:bodyPr>
              <a:lstStyle/>
              <a:p>
                <a:pPr algn="ctr"/>
                <a:r>
                  <a:rPr lang="zh-CN" sz="740" b="0">
                    <a:solidFill>
                      <a:srgbClr val="374151"/>
                    </a:solidFill>
                    <a:latin typeface="微软雅黑" charset="0"/>
                    <a:ea typeface="微软雅黑" charset="0"/>
                    <a:cs typeface="微软雅黑"/>
                  </a:rPr>
                  <a:t>结果合并</a:t>
                </a:r>
                <a:endParaRPr lang="zh-CN" sz="740" b="0">
                  <a:solidFill>
                    <a:srgbClr val="374151"/>
                  </a:solidFill>
                  <a:latin typeface="微软雅黑" charset="0"/>
                  <a:ea typeface="微软雅黑" charset="0"/>
                  <a:cs typeface="微软雅黑"/>
                </a:endParaRPr>
              </a:p>
            </p:txBody>
          </p:sp>
        </p:grpSp>
      </p:grpSp>
      <p:grpSp>
        <p:nvGrpSpPr>
          <p:cNvPr id="11" name="组合 10"/>
          <p:cNvGrpSpPr/>
          <p:nvPr/>
        </p:nvGrpSpPr>
        <p:grpSpPr>
          <a:xfrm>
            <a:off x="384175" y="1545590"/>
            <a:ext cx="1408430" cy="3502660"/>
            <a:chOff x="605" y="2434"/>
            <a:chExt cx="2218" cy="5516"/>
          </a:xfrm>
        </p:grpSpPr>
        <p:sp>
          <p:nvSpPr>
            <p:cNvPr id="28" name="Shape 28"/>
            <p:cNvSpPr txBox="1"/>
            <p:nvPr/>
          </p:nvSpPr>
          <p:spPr>
            <a:xfrm>
              <a:off x="605" y="2434"/>
              <a:ext cx="2218" cy="722"/>
            </a:xfrm>
            <a:prstGeom prst="roundRect">
              <a:avLst/>
            </a:prstGeom>
            <a:solidFill>
              <a:srgbClr val="F9FAFB"/>
            </a:solidFill>
            <a:ln w="12700">
              <a:solidFill>
                <a:srgbClr val="9AA0A6"/>
              </a:solidFill>
            </a:ln>
          </p:spPr>
          <p:txBody>
            <a:bodyPr wrap="square" lIns="27432" tIns="18288" rIns="27432" bIns="18288" anchor="ctr">
              <a:noAutofit/>
            </a:bodyPr>
            <a:lstStyle/>
            <a:p>
              <a:pPr algn="ctr"/>
              <a:endParaRPr lang="zh-CN" sz="1000" b="0">
                <a:latin typeface="微软雅黑" charset="0"/>
                <a:ea typeface="微软雅黑" charset="0"/>
              </a:endParaRPr>
            </a:p>
          </p:txBody>
        </p:sp>
        <p:sp>
          <p:nvSpPr>
            <p:cNvPr id="30" name="Shape 30"/>
            <p:cNvSpPr txBox="1"/>
            <p:nvPr/>
          </p:nvSpPr>
          <p:spPr>
            <a:xfrm>
              <a:off x="1382" y="2621"/>
              <a:ext cx="1282" cy="346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27432" tIns="18288" rIns="27432" bIns="18288" anchor="ctr">
              <a:spAutoFit/>
            </a:bodyPr>
            <a:lstStyle/>
            <a:p>
              <a:pPr algn="ctr"/>
              <a:r>
                <a:rPr lang="zh-CN" sz="1200" b="0">
                  <a:solidFill>
                    <a:srgbClr val="374151"/>
                  </a:solidFill>
                  <a:latin typeface="微软雅黑" charset="0"/>
                  <a:ea typeface="微软雅黑" charset="0"/>
                  <a:cs typeface="微软雅黑" charset="0"/>
                </a:rPr>
                <a:t>HTML结构</a:t>
              </a:r>
              <a:endParaRPr lang="zh-CN" sz="1200" b="0">
                <a:solidFill>
                  <a:srgbClr val="374151"/>
                </a:solidFill>
                <a:latin typeface="微软雅黑" charset="0"/>
                <a:ea typeface="微软雅黑" charset="0"/>
                <a:cs typeface="微软雅黑" charset="0"/>
              </a:endParaRPr>
            </a:p>
          </p:txBody>
        </p:sp>
        <p:cxnSp>
          <p:nvCxnSpPr>
            <p:cNvPr id="33" name="Connector 33"/>
            <p:cNvCxnSpPr/>
            <p:nvPr/>
          </p:nvCxnSpPr>
          <p:spPr>
            <a:xfrm>
              <a:off x="1699" y="3226"/>
              <a:ext cx="1" cy="389"/>
            </a:xfrm>
            <a:prstGeom prst="straightConnector1">
              <a:avLst/>
            </a:prstGeom>
            <a:ln w="19050" cap="sq">
              <a:solidFill>
                <a:srgbClr val="4B5563"/>
              </a:solidFill>
              <a:tailEnd type="triangle"/>
            </a:ln>
          </p:spPr>
        </p:cxnSp>
        <p:sp>
          <p:nvSpPr>
            <p:cNvPr id="34" name="Shape 34"/>
            <p:cNvSpPr txBox="1"/>
            <p:nvPr/>
          </p:nvSpPr>
          <p:spPr>
            <a:xfrm>
              <a:off x="605" y="3643"/>
              <a:ext cx="2218" cy="693"/>
            </a:xfrm>
            <a:prstGeom prst="roundRect">
              <a:avLst/>
            </a:prstGeom>
            <a:solidFill>
              <a:srgbClr val="F9FAFB"/>
            </a:solidFill>
            <a:ln w="12700">
              <a:solidFill>
                <a:srgbClr val="9AA0A6"/>
              </a:solidFill>
            </a:ln>
          </p:spPr>
          <p:txBody>
            <a:bodyPr wrap="square" lIns="27432" tIns="18288" rIns="27432" bIns="18288" anchor="ctr">
              <a:noAutofit/>
            </a:bodyPr>
            <a:lstStyle/>
            <a:p>
              <a:pPr algn="ctr"/>
              <a:endParaRPr lang="zh-CN" sz="1000" b="0">
                <a:latin typeface="微软雅黑" charset="0"/>
                <a:ea typeface="微软雅黑" charset="0"/>
              </a:endParaRPr>
            </a:p>
          </p:txBody>
        </p:sp>
        <p:sp>
          <p:nvSpPr>
            <p:cNvPr id="36" name="Shape 36"/>
            <p:cNvSpPr txBox="1"/>
            <p:nvPr/>
          </p:nvSpPr>
          <p:spPr>
            <a:xfrm>
              <a:off x="1454" y="3830"/>
              <a:ext cx="1181" cy="346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27432" tIns="18288" rIns="27432" bIns="18288" anchor="ctr">
              <a:spAutoFit/>
            </a:bodyPr>
            <a:lstStyle/>
            <a:p>
              <a:pPr algn="ctr"/>
              <a:r>
                <a:rPr lang="zh-CN" sz="1200" b="0">
                  <a:solidFill>
                    <a:srgbClr val="374151"/>
                  </a:solidFill>
                  <a:latin typeface="微软雅黑" charset="0"/>
                  <a:ea typeface="微软雅黑" charset="0"/>
                  <a:cs typeface="微软雅黑"/>
                </a:rPr>
                <a:t>内容矩阵</a:t>
              </a:r>
              <a:endParaRPr lang="zh-CN" sz="1200" b="0">
                <a:solidFill>
                  <a:srgbClr val="374151"/>
                </a:solidFill>
                <a:latin typeface="微软雅黑" charset="0"/>
                <a:ea typeface="微软雅黑" charset="0"/>
                <a:cs typeface="微软雅黑"/>
              </a:endParaRPr>
            </a:p>
          </p:txBody>
        </p:sp>
        <p:cxnSp>
          <p:nvCxnSpPr>
            <p:cNvPr id="37" name="Connector 37"/>
            <p:cNvCxnSpPr/>
            <p:nvPr/>
          </p:nvCxnSpPr>
          <p:spPr>
            <a:xfrm>
              <a:off x="1699" y="4435"/>
              <a:ext cx="1" cy="389"/>
            </a:xfrm>
            <a:prstGeom prst="straightConnector1">
              <a:avLst/>
            </a:prstGeom>
            <a:ln w="19050" cap="sq">
              <a:solidFill>
                <a:srgbClr val="4B5563"/>
              </a:solidFill>
              <a:tailEnd type="triangle"/>
            </a:ln>
          </p:spPr>
        </p:cxnSp>
        <p:sp>
          <p:nvSpPr>
            <p:cNvPr id="38" name="Shape 38"/>
            <p:cNvSpPr txBox="1"/>
            <p:nvPr/>
          </p:nvSpPr>
          <p:spPr>
            <a:xfrm>
              <a:off x="605" y="4853"/>
              <a:ext cx="2218" cy="722"/>
            </a:xfrm>
            <a:prstGeom prst="roundRect">
              <a:avLst/>
            </a:prstGeom>
            <a:solidFill>
              <a:srgbClr val="F9FAFB"/>
            </a:solidFill>
            <a:ln w="12700">
              <a:solidFill>
                <a:srgbClr val="9AA0A6"/>
              </a:solidFill>
            </a:ln>
          </p:spPr>
          <p:txBody>
            <a:bodyPr wrap="square" lIns="27432" tIns="18288" rIns="27432" bIns="18288" anchor="ctr">
              <a:noAutofit/>
            </a:bodyPr>
            <a:lstStyle/>
            <a:p>
              <a:pPr algn="ctr"/>
              <a:endParaRPr lang="zh-CN" sz="1000" b="0">
                <a:latin typeface="微软雅黑" charset="0"/>
                <a:ea typeface="微软雅黑" charset="0"/>
              </a:endParaRPr>
            </a:p>
          </p:txBody>
        </p:sp>
        <p:sp>
          <p:nvSpPr>
            <p:cNvPr id="40" name="Shape 40"/>
            <p:cNvSpPr txBox="1"/>
            <p:nvPr/>
          </p:nvSpPr>
          <p:spPr>
            <a:xfrm>
              <a:off x="1454" y="5040"/>
              <a:ext cx="1181" cy="346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27432" tIns="18288" rIns="27432" bIns="18288" anchor="ctr">
              <a:spAutoFit/>
            </a:bodyPr>
            <a:lstStyle/>
            <a:p>
              <a:pPr algn="ctr"/>
              <a:r>
                <a:rPr lang="zh-CN" sz="1200" b="0">
                  <a:solidFill>
                    <a:srgbClr val="374151"/>
                  </a:solidFill>
                  <a:latin typeface="微软雅黑" charset="0"/>
                  <a:ea typeface="微软雅黑" charset="0"/>
                  <a:cs typeface="微软雅黑"/>
                </a:rPr>
                <a:t>质量评估</a:t>
              </a:r>
              <a:endParaRPr lang="zh-CN" sz="1200" b="0">
                <a:solidFill>
                  <a:srgbClr val="374151"/>
                </a:solidFill>
                <a:latin typeface="微软雅黑" charset="0"/>
                <a:ea typeface="微软雅黑" charset="0"/>
                <a:cs typeface="微软雅黑"/>
              </a:endParaRPr>
            </a:p>
          </p:txBody>
        </p:sp>
        <p:cxnSp>
          <p:nvCxnSpPr>
            <p:cNvPr id="41" name="Connector 41"/>
            <p:cNvCxnSpPr/>
            <p:nvPr/>
          </p:nvCxnSpPr>
          <p:spPr>
            <a:xfrm>
              <a:off x="1699" y="5645"/>
              <a:ext cx="1" cy="389"/>
            </a:xfrm>
            <a:prstGeom prst="straightConnector1">
              <a:avLst/>
            </a:prstGeom>
            <a:ln w="19050" cap="sq">
              <a:solidFill>
                <a:srgbClr val="4B5563"/>
              </a:solidFill>
              <a:tailEnd type="triangle"/>
            </a:ln>
          </p:spPr>
        </p:cxnSp>
        <p:sp>
          <p:nvSpPr>
            <p:cNvPr id="42" name="Shape 42"/>
            <p:cNvSpPr txBox="1"/>
            <p:nvPr/>
          </p:nvSpPr>
          <p:spPr>
            <a:xfrm>
              <a:off x="605" y="6062"/>
              <a:ext cx="2218" cy="686"/>
            </a:xfrm>
            <a:prstGeom prst="roundRect">
              <a:avLst/>
            </a:prstGeom>
            <a:solidFill>
              <a:srgbClr val="F9FAFB"/>
            </a:solidFill>
            <a:ln w="12700">
              <a:solidFill>
                <a:srgbClr val="9AA0A6"/>
              </a:solidFill>
            </a:ln>
          </p:spPr>
          <p:txBody>
            <a:bodyPr wrap="square" lIns="27432" tIns="18288" rIns="27432" bIns="18288" anchor="ctr">
              <a:noAutofit/>
            </a:bodyPr>
            <a:lstStyle/>
            <a:p>
              <a:pPr algn="ctr"/>
              <a:endParaRPr lang="zh-CN" sz="1000" b="0">
                <a:latin typeface="微软雅黑" charset="0"/>
                <a:ea typeface="微软雅黑" charset="0"/>
              </a:endParaRPr>
            </a:p>
          </p:txBody>
        </p:sp>
        <p:sp>
          <p:nvSpPr>
            <p:cNvPr id="44" name="Shape 44"/>
            <p:cNvSpPr txBox="1"/>
            <p:nvPr/>
          </p:nvSpPr>
          <p:spPr>
            <a:xfrm>
              <a:off x="1463" y="6249"/>
              <a:ext cx="1181" cy="346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27432" tIns="18288" rIns="27432" bIns="18288" anchor="ctr">
              <a:spAutoFit/>
            </a:bodyPr>
            <a:lstStyle/>
            <a:p>
              <a:pPr algn="ctr"/>
              <a:r>
                <a:rPr lang="zh-CN" sz="1200" b="0">
                  <a:solidFill>
                    <a:srgbClr val="374151"/>
                  </a:solidFill>
                  <a:latin typeface="微软雅黑" charset="0"/>
                  <a:ea typeface="微软雅黑" charset="0"/>
                  <a:cs typeface="微软雅黑"/>
                </a:rPr>
                <a:t>修复决策</a:t>
              </a:r>
              <a:endParaRPr lang="zh-CN" sz="1200" b="0">
                <a:solidFill>
                  <a:srgbClr val="374151"/>
                </a:solidFill>
                <a:latin typeface="微软雅黑" charset="0"/>
                <a:ea typeface="微软雅黑" charset="0"/>
                <a:cs typeface="微软雅黑"/>
              </a:endParaRPr>
            </a:p>
          </p:txBody>
        </p:sp>
        <p:cxnSp>
          <p:nvCxnSpPr>
            <p:cNvPr id="45" name="Connector 45"/>
            <p:cNvCxnSpPr/>
            <p:nvPr/>
          </p:nvCxnSpPr>
          <p:spPr>
            <a:xfrm>
              <a:off x="1699" y="6854"/>
              <a:ext cx="1" cy="389"/>
            </a:xfrm>
            <a:prstGeom prst="straightConnector1">
              <a:avLst/>
            </a:prstGeom>
            <a:ln w="19050" cap="sq">
              <a:solidFill>
                <a:srgbClr val="4B5563"/>
              </a:solidFill>
              <a:tailEnd type="triangle"/>
            </a:ln>
          </p:spPr>
        </p:cxnSp>
        <p:sp>
          <p:nvSpPr>
            <p:cNvPr id="46" name="Shape 46"/>
            <p:cNvSpPr txBox="1"/>
            <p:nvPr/>
          </p:nvSpPr>
          <p:spPr>
            <a:xfrm>
              <a:off x="605" y="7272"/>
              <a:ext cx="2218" cy="679"/>
            </a:xfrm>
            <a:prstGeom prst="roundRect">
              <a:avLst/>
            </a:prstGeom>
            <a:solidFill>
              <a:srgbClr val="F9FAFB"/>
            </a:solidFill>
            <a:ln w="12700">
              <a:solidFill>
                <a:srgbClr val="9AA0A6"/>
              </a:solidFill>
            </a:ln>
          </p:spPr>
          <p:txBody>
            <a:bodyPr wrap="square" lIns="27432" tIns="18288" rIns="27432" bIns="18288" anchor="ctr">
              <a:noAutofit/>
            </a:bodyPr>
            <a:lstStyle/>
            <a:p>
              <a:pPr algn="ctr"/>
              <a:endParaRPr lang="zh-CN" sz="1000" b="0">
                <a:latin typeface="微软雅黑" charset="0"/>
                <a:ea typeface="微软雅黑" charset="0"/>
              </a:endParaRPr>
            </a:p>
          </p:txBody>
        </p:sp>
        <p:sp>
          <p:nvSpPr>
            <p:cNvPr id="48" name="Shape 48"/>
            <p:cNvSpPr txBox="1"/>
            <p:nvPr/>
          </p:nvSpPr>
          <p:spPr>
            <a:xfrm>
              <a:off x="1358" y="7442"/>
              <a:ext cx="1286" cy="37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27432" tIns="18288" rIns="27432" bIns="18288" anchor="ctr">
              <a:noAutofit/>
            </a:bodyPr>
            <a:lstStyle/>
            <a:p>
              <a:pPr algn="ctr"/>
              <a:r>
                <a:rPr lang="zh-CN" sz="1200" b="0">
                  <a:solidFill>
                    <a:srgbClr val="374151"/>
                  </a:solidFill>
                  <a:latin typeface="微软雅黑" charset="0"/>
                  <a:ea typeface="微软雅黑" charset="0"/>
                  <a:cs typeface="微软雅黑"/>
                </a:rPr>
                <a:t>最终结果</a:t>
              </a:r>
              <a:endParaRPr lang="zh-CN" sz="1200" b="0">
                <a:latin typeface="微软雅黑" charset="0"/>
                <a:ea typeface="微软雅黑" charset="0"/>
              </a:endParaRPr>
            </a:p>
          </p:txBody>
        </p:sp>
        <p:pic>
          <p:nvPicPr>
            <p:cNvPr id="5" name="图片 4" descr="决策流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14" y="6142"/>
              <a:ext cx="468" cy="468"/>
            </a:xfrm>
            <a:prstGeom prst="rect">
              <a:avLst/>
            </a:prstGeom>
          </p:spPr>
        </p:pic>
        <p:pic>
          <p:nvPicPr>
            <p:cNvPr id="6" name="图片 5" descr="质量评估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32" y="4980"/>
              <a:ext cx="468" cy="468"/>
            </a:xfrm>
            <a:prstGeom prst="rect">
              <a:avLst/>
            </a:prstGeom>
          </p:spPr>
        </p:pic>
        <p:pic>
          <p:nvPicPr>
            <p:cNvPr id="7" name="图片 6" descr="表格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90" y="3738"/>
              <a:ext cx="468" cy="468"/>
            </a:xfrm>
            <a:prstGeom prst="rect">
              <a:avLst/>
            </a:prstGeom>
          </p:spPr>
        </p:pic>
        <p:pic>
          <p:nvPicPr>
            <p:cNvPr id="9" name="图片 8" descr="html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90" y="2577"/>
              <a:ext cx="468" cy="468"/>
            </a:xfrm>
            <a:prstGeom prst="rect">
              <a:avLst/>
            </a:prstGeom>
          </p:spPr>
        </p:pic>
        <p:grpSp>
          <p:nvGrpSpPr>
            <p:cNvPr id="10" name="组合 9"/>
            <p:cNvGrpSpPr/>
            <p:nvPr/>
          </p:nvGrpSpPr>
          <p:grpSpPr>
            <a:xfrm>
              <a:off x="890" y="7351"/>
              <a:ext cx="563" cy="599"/>
              <a:chOff x="890" y="7351"/>
              <a:chExt cx="563" cy="599"/>
            </a:xfrm>
          </p:grpSpPr>
          <p:pic>
            <p:nvPicPr>
              <p:cNvPr id="8" name="图片 7" descr="内容"/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890" y="7351"/>
                <a:ext cx="468" cy="468"/>
              </a:xfrm>
              <a:prstGeom prst="rect">
                <a:avLst/>
              </a:prstGeom>
            </p:spPr>
          </p:pic>
          <p:pic>
            <p:nvPicPr>
              <p:cNvPr id="4" name="图片 3" descr="正确"/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1165" y="7662"/>
                <a:ext cx="289" cy="289"/>
              </a:xfrm>
              <a:prstGeom prst="rect">
                <a:avLst/>
              </a:prstGeom>
            </p:spPr>
          </p:pic>
        </p:grpSp>
      </p:grpSp>
      <p:pic>
        <p:nvPicPr>
          <p:cNvPr id="13" name="图片 12" descr="预处理结果图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0530" y="643890"/>
            <a:ext cx="1370965" cy="448310"/>
          </a:xfrm>
          <a:prstGeom prst="rect">
            <a:avLst/>
          </a:prstGeom>
        </p:spPr>
      </p:pic>
      <p:grpSp>
        <p:nvGrpSpPr>
          <p:cNvPr id="87" name="组合 86"/>
          <p:cNvGrpSpPr/>
          <p:nvPr/>
        </p:nvGrpSpPr>
        <p:grpSpPr>
          <a:xfrm>
            <a:off x="2302510" y="261620"/>
            <a:ext cx="4805680" cy="5161915"/>
            <a:chOff x="4340" y="262"/>
            <a:chExt cx="7568" cy="8129"/>
          </a:xfrm>
        </p:grpSpPr>
        <p:sp>
          <p:nvSpPr>
            <p:cNvPr id="55" name="Shape 55"/>
            <p:cNvSpPr txBox="1"/>
            <p:nvPr/>
          </p:nvSpPr>
          <p:spPr>
            <a:xfrm>
              <a:off x="4340" y="262"/>
              <a:ext cx="7568" cy="8129"/>
            </a:xfrm>
            <a:prstGeom prst="roundRect">
              <a:avLst>
                <a:gd name="adj" fmla="val 4728"/>
              </a:avLst>
            </a:prstGeom>
            <a:solidFill>
              <a:srgbClr val="F1F8FF"/>
            </a:solidFill>
            <a:ln w="16510">
              <a:solidFill>
                <a:srgbClr val="1E64B7"/>
              </a:solidFill>
            </a:ln>
          </p:spPr>
          <p:txBody>
            <a:bodyPr wrap="square" lIns="27432" tIns="18288" rIns="27432" bIns="18288" anchor="ctr">
              <a:noAutofit/>
            </a:bodyPr>
            <a:lstStyle/>
            <a:p>
              <a:pPr algn="ctr"/>
              <a:endParaRPr lang="zh-CN" sz="1000" b="0">
                <a:latin typeface="微软雅黑" charset="0"/>
                <a:ea typeface="微软雅黑" charset="0"/>
              </a:endParaRPr>
            </a:p>
          </p:txBody>
        </p:sp>
        <p:sp>
          <p:nvSpPr>
            <p:cNvPr id="56" name="Shape 56"/>
            <p:cNvSpPr txBox="1"/>
            <p:nvPr/>
          </p:nvSpPr>
          <p:spPr>
            <a:xfrm>
              <a:off x="6120" y="441"/>
              <a:ext cx="4032" cy="443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27432" tIns="18288" rIns="27432" bIns="18288" anchor="ctr">
              <a:spAutoFit/>
            </a:bodyPr>
            <a:lstStyle/>
            <a:p>
              <a:pPr algn="ctr"/>
              <a:r>
                <a:rPr lang="zh-CN" sz="1600" b="0">
                  <a:solidFill>
                    <a:srgbClr val="0D4A94"/>
                  </a:solidFill>
                  <a:latin typeface="微软雅黑" charset="0"/>
                  <a:ea typeface="微软雅黑" charset="0"/>
                  <a:cs typeface="微软雅黑" charset="0"/>
                </a:rPr>
                <a:t>1 识别结果质量评估</a:t>
              </a:r>
              <a:endParaRPr lang="zh-CN" sz="1600" b="0">
                <a:solidFill>
                  <a:srgbClr val="0D4A94"/>
                </a:solidFill>
                <a:latin typeface="微软雅黑" charset="0"/>
                <a:ea typeface="微软雅黑" charset="0"/>
                <a:cs typeface="微软雅黑" charset="0"/>
              </a:endParaRPr>
            </a:p>
          </p:txBody>
        </p:sp>
        <p:cxnSp>
          <p:nvCxnSpPr>
            <p:cNvPr id="111" name="Connector 111"/>
            <p:cNvCxnSpPr/>
            <p:nvPr/>
          </p:nvCxnSpPr>
          <p:spPr>
            <a:xfrm>
              <a:off x="7891" y="5187"/>
              <a:ext cx="1" cy="446"/>
            </a:xfrm>
            <a:prstGeom prst="straightConnector1">
              <a:avLst/>
            </a:prstGeom>
            <a:ln w="22860" cap="sq">
              <a:solidFill>
                <a:srgbClr val="1E64B7"/>
              </a:solidFill>
              <a:tailEnd type="triangle"/>
            </a:ln>
          </p:spPr>
        </p:cxnSp>
        <p:sp>
          <p:nvSpPr>
            <p:cNvPr id="112" name="Shape 112"/>
            <p:cNvSpPr txBox="1"/>
            <p:nvPr/>
          </p:nvSpPr>
          <p:spPr>
            <a:xfrm>
              <a:off x="4738" y="5625"/>
              <a:ext cx="6731" cy="2312"/>
            </a:xfrm>
            <a:prstGeom prst="roundRect">
              <a:avLst/>
            </a:prstGeom>
            <a:solidFill>
              <a:srgbClr val="F8FBFF"/>
            </a:solidFill>
            <a:ln w="13970">
              <a:solidFill>
                <a:srgbClr val="76A7E4"/>
              </a:solidFill>
              <a:prstDash val="dash"/>
            </a:ln>
          </p:spPr>
          <p:txBody>
            <a:bodyPr wrap="square" lIns="27432" tIns="18288" rIns="27432" bIns="18288" anchor="ctr">
              <a:noAutofit/>
            </a:bodyPr>
            <a:lstStyle/>
            <a:p>
              <a:pPr algn="ctr"/>
              <a:endParaRPr lang="zh-CN" sz="1000" b="0">
                <a:latin typeface="微软雅黑" charset="0"/>
                <a:ea typeface="微软雅黑" charset="0"/>
              </a:endParaRPr>
            </a:p>
          </p:txBody>
        </p:sp>
        <p:sp>
          <p:nvSpPr>
            <p:cNvPr id="113" name="Shape 113"/>
            <p:cNvSpPr txBox="1"/>
            <p:nvPr/>
          </p:nvSpPr>
          <p:spPr>
            <a:xfrm>
              <a:off x="6910" y="5704"/>
              <a:ext cx="2218" cy="39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27432" tIns="18288" rIns="27432" bIns="18288" anchor="ctr">
              <a:spAutoFit/>
            </a:bodyPr>
            <a:lstStyle/>
            <a:p>
              <a:pPr algn="ctr"/>
              <a:r>
                <a:rPr lang="zh-CN" sz="1400" b="0">
                  <a:solidFill>
                    <a:srgbClr val="0D4A94"/>
                  </a:solidFill>
                  <a:latin typeface="微软雅黑" charset="0"/>
                  <a:ea typeface="微软雅黑" charset="0"/>
                  <a:cs typeface="微软雅黑"/>
                </a:rPr>
                <a:t>问题类型（示例）</a:t>
              </a:r>
              <a:endParaRPr lang="zh-CN" sz="1400" b="0">
                <a:solidFill>
                  <a:srgbClr val="0D4A94"/>
                </a:solidFill>
                <a:latin typeface="微软雅黑" charset="0"/>
                <a:ea typeface="微软雅黑" charset="0"/>
                <a:cs typeface="微软雅黑"/>
              </a:endParaRPr>
            </a:p>
          </p:txBody>
        </p:sp>
        <p:grpSp>
          <p:nvGrpSpPr>
            <p:cNvPr id="62" name="组合 61"/>
            <p:cNvGrpSpPr/>
            <p:nvPr/>
          </p:nvGrpSpPr>
          <p:grpSpPr>
            <a:xfrm>
              <a:off x="4624" y="1274"/>
              <a:ext cx="1210" cy="1884"/>
              <a:chOff x="4624" y="1613"/>
              <a:chExt cx="1210" cy="1884"/>
            </a:xfrm>
          </p:grpSpPr>
          <p:sp>
            <p:nvSpPr>
              <p:cNvPr id="60" name="Shape 60"/>
              <p:cNvSpPr txBox="1"/>
              <p:nvPr/>
            </p:nvSpPr>
            <p:spPr>
              <a:xfrm>
                <a:off x="4624" y="1613"/>
                <a:ext cx="1210" cy="1884"/>
              </a:xfrm>
              <a:prstGeom prst="roundRect">
                <a:avLst/>
              </a:prstGeom>
              <a:solidFill>
                <a:srgbClr val="F7FBFF"/>
              </a:solidFill>
              <a:ln w="13970">
                <a:solidFill>
                  <a:srgbClr val="76A7E4"/>
                </a:solidFill>
              </a:ln>
            </p:spPr>
            <p:txBody>
              <a:bodyPr wrap="square" lIns="27432" tIns="18288" rIns="27432" bIns="18288" anchor="ctr">
                <a:noAutofit/>
              </a:bodyPr>
              <a:lstStyle/>
              <a:p>
                <a:pPr algn="ctr"/>
                <a:endParaRPr lang="zh-CN" sz="1000" b="0">
                  <a:latin typeface="微软雅黑" charset="0"/>
                  <a:ea typeface="微软雅黑" charset="0"/>
                </a:endParaRPr>
              </a:p>
            </p:txBody>
          </p:sp>
          <p:sp>
            <p:nvSpPr>
              <p:cNvPr id="61" name="Shape 61"/>
              <p:cNvSpPr txBox="1"/>
              <p:nvPr/>
            </p:nvSpPr>
            <p:spPr>
              <a:xfrm>
                <a:off x="4739" y="1755"/>
                <a:ext cx="979" cy="637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lIns="27432" tIns="18288" rIns="27432" bIns="18288" anchor="ctr">
                <a:spAutoFit/>
              </a:bodyPr>
              <a:lstStyle/>
              <a:p>
                <a:pPr algn="ctr"/>
                <a:r>
                  <a:rPr lang="zh-CN" sz="1200" b="0">
                    <a:solidFill>
                      <a:srgbClr val="1F2937"/>
                    </a:solidFill>
                    <a:latin typeface="微软雅黑" charset="0"/>
                    <a:ea typeface="微软雅黑" charset="0"/>
                    <a:cs typeface="微软雅黑" charset="0"/>
                  </a:rPr>
                  <a:t>HTML</a:t>
                </a:r>
                <a:endParaRPr lang="zh-CN" sz="1200" b="0">
                  <a:latin typeface="微软雅黑" charset="0"/>
                  <a:ea typeface="微软雅黑" charset="0"/>
                  <a:cs typeface="微软雅黑" charset="0"/>
                </a:endParaRPr>
              </a:p>
              <a:p>
                <a:pPr algn="ctr"/>
                <a:r>
                  <a:rPr lang="zh-CN" sz="1200" b="0">
                    <a:solidFill>
                      <a:srgbClr val="1F2937"/>
                    </a:solidFill>
                    <a:latin typeface="微软雅黑" charset="0"/>
                    <a:ea typeface="微软雅黑" charset="0"/>
                    <a:cs typeface="微软雅黑" charset="0"/>
                  </a:rPr>
                  <a:t>合法性</a:t>
                </a:r>
                <a:endParaRPr lang="zh-CN" sz="1200" b="0">
                  <a:latin typeface="微软雅黑" charset="0"/>
                  <a:ea typeface="微软雅黑" charset="0"/>
                  <a:cs typeface="微软雅黑" charset="0"/>
                </a:endParaRPr>
              </a:p>
            </p:txBody>
          </p:sp>
          <p:pic>
            <p:nvPicPr>
              <p:cNvPr id="16" name="图片 15" descr="html"/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4874" y="2628"/>
                <a:ext cx="576" cy="576"/>
              </a:xfrm>
              <a:prstGeom prst="rect">
                <a:avLst/>
              </a:prstGeom>
            </p:spPr>
          </p:pic>
        </p:grpSp>
        <p:grpSp>
          <p:nvGrpSpPr>
            <p:cNvPr id="67" name="组合 66"/>
            <p:cNvGrpSpPr/>
            <p:nvPr/>
          </p:nvGrpSpPr>
          <p:grpSpPr>
            <a:xfrm>
              <a:off x="8596" y="1274"/>
              <a:ext cx="1412" cy="1864"/>
              <a:chOff x="8483" y="1613"/>
              <a:chExt cx="1412" cy="1864"/>
            </a:xfrm>
          </p:grpSpPr>
          <p:sp>
            <p:nvSpPr>
              <p:cNvPr id="77" name="Shape 77"/>
              <p:cNvSpPr txBox="1"/>
              <p:nvPr/>
            </p:nvSpPr>
            <p:spPr>
              <a:xfrm>
                <a:off x="8598" y="1613"/>
                <a:ext cx="1210" cy="1865"/>
              </a:xfrm>
              <a:prstGeom prst="roundRect">
                <a:avLst/>
              </a:prstGeom>
              <a:solidFill>
                <a:srgbClr val="F7FBFF"/>
              </a:solidFill>
              <a:ln w="13970">
                <a:solidFill>
                  <a:srgbClr val="76A7E4"/>
                </a:solidFill>
              </a:ln>
            </p:spPr>
            <p:txBody>
              <a:bodyPr wrap="square" lIns="27432" tIns="18288" rIns="27432" bIns="18288" anchor="ctr">
                <a:noAutofit/>
              </a:bodyPr>
              <a:lstStyle/>
              <a:p>
                <a:pPr algn="ctr"/>
                <a:endParaRPr lang="zh-CN" sz="1000" b="0">
                  <a:latin typeface="微软雅黑" charset="0"/>
                  <a:ea typeface="微软雅黑" charset="0"/>
                </a:endParaRPr>
              </a:p>
            </p:txBody>
          </p:sp>
          <p:sp>
            <p:nvSpPr>
              <p:cNvPr id="78" name="Shape 78"/>
              <p:cNvSpPr txBox="1"/>
              <p:nvPr/>
            </p:nvSpPr>
            <p:spPr>
              <a:xfrm>
                <a:off x="8483" y="1720"/>
                <a:ext cx="1412" cy="637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lIns="27432" tIns="18288" rIns="27432" bIns="18288" anchor="ctr">
                <a:spAutoFit/>
              </a:bodyPr>
              <a:lstStyle/>
              <a:p>
                <a:pPr algn="ctr"/>
                <a:r>
                  <a:rPr lang="zh-CN" sz="1200" b="0">
                    <a:solidFill>
                      <a:srgbClr val="1F2937"/>
                    </a:solidFill>
                    <a:latin typeface="微软雅黑" charset="0"/>
                    <a:ea typeface="微软雅黑" charset="0"/>
                    <a:cs typeface="微软雅黑" charset="0"/>
                  </a:rPr>
                  <a:t>图像结构</a:t>
                </a:r>
                <a:endParaRPr lang="zh-CN" sz="1200" b="0">
                  <a:latin typeface="微软雅黑" charset="0"/>
                  <a:ea typeface="微软雅黑" charset="0"/>
                  <a:cs typeface="微软雅黑" charset="0"/>
                </a:endParaRPr>
              </a:p>
              <a:p>
                <a:pPr algn="ctr"/>
                <a:r>
                  <a:rPr lang="zh-CN" sz="1200" b="0">
                    <a:solidFill>
                      <a:srgbClr val="1F2937"/>
                    </a:solidFill>
                    <a:latin typeface="微软雅黑" charset="0"/>
                    <a:ea typeface="微软雅黑" charset="0"/>
                    <a:cs typeface="微软雅黑" charset="0"/>
                  </a:rPr>
                  <a:t>对齐</a:t>
                </a:r>
                <a:endParaRPr lang="zh-CN" sz="1200" b="0">
                  <a:latin typeface="微软雅黑" charset="0"/>
                  <a:ea typeface="微软雅黑" charset="0"/>
                  <a:cs typeface="微软雅黑" charset="0"/>
                </a:endParaRPr>
              </a:p>
            </p:txBody>
          </p:sp>
          <p:pic>
            <p:nvPicPr>
              <p:cNvPr id="17" name="图片 16" descr="居中对齐"/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8894" y="2695"/>
                <a:ext cx="509" cy="509"/>
              </a:xfrm>
              <a:prstGeom prst="rect">
                <a:avLst/>
              </a:prstGeom>
            </p:spPr>
          </p:pic>
        </p:grpSp>
        <p:grpSp>
          <p:nvGrpSpPr>
            <p:cNvPr id="64" name="组合 63"/>
            <p:cNvGrpSpPr/>
            <p:nvPr/>
          </p:nvGrpSpPr>
          <p:grpSpPr>
            <a:xfrm>
              <a:off x="7370" y="1274"/>
              <a:ext cx="1210" cy="1864"/>
              <a:chOff x="7273" y="1613"/>
              <a:chExt cx="1210" cy="1864"/>
            </a:xfrm>
          </p:grpSpPr>
          <p:sp>
            <p:nvSpPr>
              <p:cNvPr id="68" name="Shape 68"/>
              <p:cNvSpPr txBox="1"/>
              <p:nvPr/>
            </p:nvSpPr>
            <p:spPr>
              <a:xfrm>
                <a:off x="7273" y="1613"/>
                <a:ext cx="1210" cy="1865"/>
              </a:xfrm>
              <a:prstGeom prst="roundRect">
                <a:avLst/>
              </a:prstGeom>
              <a:solidFill>
                <a:srgbClr val="F7FBFF"/>
              </a:solidFill>
              <a:ln w="13970">
                <a:solidFill>
                  <a:srgbClr val="76A7E4"/>
                </a:solidFill>
              </a:ln>
            </p:spPr>
            <p:txBody>
              <a:bodyPr wrap="square" lIns="27432" tIns="18288" rIns="27432" bIns="18288" anchor="ctr">
                <a:noAutofit/>
              </a:bodyPr>
              <a:lstStyle/>
              <a:p>
                <a:pPr algn="ctr"/>
                <a:endParaRPr lang="zh-CN" sz="1000" b="0">
                  <a:latin typeface="微软雅黑" charset="0"/>
                  <a:ea typeface="微软雅黑" charset="0"/>
                </a:endParaRPr>
              </a:p>
            </p:txBody>
          </p:sp>
          <p:sp>
            <p:nvSpPr>
              <p:cNvPr id="69" name="Shape 69"/>
              <p:cNvSpPr txBox="1"/>
              <p:nvPr/>
            </p:nvSpPr>
            <p:spPr>
              <a:xfrm>
                <a:off x="7273" y="1756"/>
                <a:ext cx="1096" cy="637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lIns="27432" tIns="18288" rIns="27432" bIns="18288" anchor="ctr">
                <a:spAutoFit/>
              </a:bodyPr>
              <a:lstStyle/>
              <a:p>
                <a:pPr algn="ctr"/>
                <a:r>
                  <a:rPr lang="zh-CN" sz="1200" b="0">
                    <a:solidFill>
                      <a:srgbClr val="1F2937"/>
                    </a:solidFill>
                    <a:latin typeface="微软雅黑" charset="0"/>
                    <a:ea typeface="微软雅黑" charset="0"/>
                    <a:cs typeface="微软雅黑"/>
                  </a:rPr>
                  <a:t>行列关系</a:t>
                </a:r>
                <a:endParaRPr lang="zh-CN" sz="1200" b="0">
                  <a:latin typeface="微软雅黑" charset="0"/>
                  <a:ea typeface="微软雅黑" charset="0"/>
                </a:endParaRPr>
              </a:p>
              <a:p>
                <a:pPr algn="ctr"/>
                <a:r>
                  <a:rPr lang="zh-CN" sz="1200" b="0">
                    <a:solidFill>
                      <a:srgbClr val="1F2937"/>
                    </a:solidFill>
                    <a:latin typeface="微软雅黑" charset="0"/>
                    <a:ea typeface="微软雅黑" charset="0"/>
                    <a:cs typeface="微软雅黑"/>
                  </a:rPr>
                  <a:t>匹配</a:t>
                </a:r>
                <a:endParaRPr lang="zh-CN" sz="1200" b="0">
                  <a:latin typeface="微软雅黑" charset="0"/>
                  <a:ea typeface="微软雅黑" charset="0"/>
                </a:endParaRPr>
              </a:p>
            </p:txBody>
          </p:sp>
          <p:pic>
            <p:nvPicPr>
              <p:cNvPr id="18" name="图片 17" descr="显示行列"/>
              <p:cNvPicPr>
                <a:picLocks noChangeAspect="1"/>
              </p:cNvPicPr>
              <p:nvPr/>
            </p:nvPicPr>
            <p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7641" y="2695"/>
                <a:ext cx="509" cy="509"/>
              </a:xfrm>
              <a:prstGeom prst="rect">
                <a:avLst/>
              </a:prstGeom>
            </p:spPr>
          </p:pic>
        </p:grpSp>
        <p:grpSp>
          <p:nvGrpSpPr>
            <p:cNvPr id="63" name="组合 62"/>
            <p:cNvGrpSpPr/>
            <p:nvPr/>
          </p:nvGrpSpPr>
          <p:grpSpPr>
            <a:xfrm>
              <a:off x="6047" y="1274"/>
              <a:ext cx="1210" cy="1884"/>
              <a:chOff x="5934" y="1613"/>
              <a:chExt cx="1210" cy="1884"/>
            </a:xfrm>
          </p:grpSpPr>
          <p:sp>
            <p:nvSpPr>
              <p:cNvPr id="65" name="Shape 65"/>
              <p:cNvSpPr txBox="1"/>
              <p:nvPr/>
            </p:nvSpPr>
            <p:spPr>
              <a:xfrm>
                <a:off x="5934" y="1613"/>
                <a:ext cx="1210" cy="1884"/>
              </a:xfrm>
              <a:prstGeom prst="roundRect">
                <a:avLst/>
              </a:prstGeom>
              <a:solidFill>
                <a:srgbClr val="F7FBFF"/>
              </a:solidFill>
              <a:ln w="13970">
                <a:solidFill>
                  <a:srgbClr val="76A7E4"/>
                </a:solidFill>
              </a:ln>
            </p:spPr>
            <p:txBody>
              <a:bodyPr wrap="square" lIns="27432" tIns="18288" rIns="27432" bIns="18288" anchor="ctr">
                <a:noAutofit/>
              </a:bodyPr>
              <a:lstStyle/>
              <a:p>
                <a:pPr algn="ctr"/>
                <a:endParaRPr lang="zh-CN" sz="1000" b="0">
                  <a:latin typeface="微软雅黑" charset="0"/>
                  <a:ea typeface="微软雅黑" charset="0"/>
                </a:endParaRPr>
              </a:p>
            </p:txBody>
          </p:sp>
          <p:sp>
            <p:nvSpPr>
              <p:cNvPr id="66" name="Shape 66"/>
              <p:cNvSpPr txBox="1"/>
              <p:nvPr/>
            </p:nvSpPr>
            <p:spPr>
              <a:xfrm>
                <a:off x="6005" y="1756"/>
                <a:ext cx="1096" cy="637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lIns="27432" tIns="18288" rIns="27432" bIns="18288" anchor="ctr">
                <a:spAutoFit/>
              </a:bodyPr>
              <a:lstStyle/>
              <a:p>
                <a:pPr algn="ctr"/>
                <a:r>
                  <a:rPr lang="zh-CN" sz="1200" b="0">
                    <a:solidFill>
                      <a:srgbClr val="1F2937"/>
                    </a:solidFill>
                    <a:latin typeface="微软雅黑" charset="0"/>
                    <a:ea typeface="微软雅黑" charset="0"/>
                    <a:cs typeface="微软雅黑"/>
                  </a:rPr>
                  <a:t>拓扑结构</a:t>
                </a:r>
                <a:endParaRPr lang="zh-CN" sz="1200" b="0">
                  <a:latin typeface="微软雅黑" charset="0"/>
                  <a:ea typeface="微软雅黑" charset="0"/>
                </a:endParaRPr>
              </a:p>
              <a:p>
                <a:pPr algn="ctr"/>
                <a:r>
                  <a:rPr lang="zh-CN" sz="1200" b="0">
                    <a:solidFill>
                      <a:srgbClr val="1F2937"/>
                    </a:solidFill>
                    <a:latin typeface="微软雅黑" charset="0"/>
                    <a:ea typeface="微软雅黑" charset="0"/>
                    <a:cs typeface="微软雅黑"/>
                  </a:rPr>
                  <a:t>一致性</a:t>
                </a:r>
                <a:endParaRPr lang="zh-CN" sz="1200" b="0">
                  <a:latin typeface="微软雅黑" charset="0"/>
                  <a:ea typeface="微软雅黑" charset="0"/>
                </a:endParaRPr>
              </a:p>
            </p:txBody>
          </p:sp>
          <p:pic>
            <p:nvPicPr>
              <p:cNvPr id="19" name="图片 18" descr="拓扑"/>
              <p:cNvPicPr>
                <a:picLocks noChangeAspect="1"/>
              </p:cNvPicPr>
              <p:nvPr/>
            </p:nvPicPr>
            <p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p:blipFill>
            <p:spPr>
              <a:xfrm>
                <a:off x="6336" y="2647"/>
                <a:ext cx="509" cy="509"/>
              </a:xfrm>
              <a:prstGeom prst="rect">
                <a:avLst/>
              </a:prstGeom>
            </p:spPr>
          </p:pic>
        </p:grpSp>
        <p:grpSp>
          <p:nvGrpSpPr>
            <p:cNvPr id="70" name="组合 69"/>
            <p:cNvGrpSpPr/>
            <p:nvPr/>
          </p:nvGrpSpPr>
          <p:grpSpPr>
            <a:xfrm>
              <a:off x="10074" y="1274"/>
              <a:ext cx="1210" cy="1864"/>
              <a:chOff x="9961" y="1613"/>
              <a:chExt cx="1210" cy="1864"/>
            </a:xfrm>
          </p:grpSpPr>
          <p:sp>
            <p:nvSpPr>
              <p:cNvPr id="90" name="Shape 90"/>
              <p:cNvSpPr txBox="1"/>
              <p:nvPr/>
            </p:nvSpPr>
            <p:spPr>
              <a:xfrm>
                <a:off x="9961" y="1613"/>
                <a:ext cx="1210" cy="1865"/>
              </a:xfrm>
              <a:prstGeom prst="roundRect">
                <a:avLst/>
              </a:prstGeom>
              <a:solidFill>
                <a:srgbClr val="F7FBFF"/>
              </a:solidFill>
              <a:ln w="13970">
                <a:solidFill>
                  <a:srgbClr val="76A7E4"/>
                </a:solidFill>
              </a:ln>
            </p:spPr>
            <p:txBody>
              <a:bodyPr wrap="square" lIns="27432" tIns="18288" rIns="27432" bIns="18288" anchor="ctr">
                <a:noAutofit/>
              </a:bodyPr>
              <a:lstStyle/>
              <a:p>
                <a:pPr algn="ctr"/>
                <a:endParaRPr lang="zh-CN" sz="1000" b="0">
                  <a:latin typeface="微软雅黑" charset="0"/>
                  <a:ea typeface="微软雅黑" charset="0"/>
                </a:endParaRPr>
              </a:p>
            </p:txBody>
          </p:sp>
          <p:sp>
            <p:nvSpPr>
              <p:cNvPr id="91" name="Shape 91"/>
              <p:cNvSpPr txBox="1"/>
              <p:nvPr/>
            </p:nvSpPr>
            <p:spPr>
              <a:xfrm>
                <a:off x="9961" y="1675"/>
                <a:ext cx="1181" cy="637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lIns="27432" tIns="18288" rIns="27432" bIns="18288" anchor="ctr">
                <a:spAutoFit/>
              </a:bodyPr>
              <a:lstStyle/>
              <a:p>
                <a:pPr algn="ctr"/>
                <a:r>
                  <a:rPr lang="zh-CN" sz="1200" b="0">
                    <a:solidFill>
                      <a:srgbClr val="1F2937"/>
                    </a:solidFill>
                    <a:latin typeface="微软雅黑" charset="0"/>
                    <a:ea typeface="微软雅黑" charset="0"/>
                    <a:cs typeface="微软雅黑"/>
                  </a:rPr>
                  <a:t>大模型</a:t>
                </a:r>
                <a:endParaRPr lang="zh-CN" sz="1200" b="0">
                  <a:solidFill>
                    <a:srgbClr val="1F2937"/>
                  </a:solidFill>
                  <a:latin typeface="微软雅黑" charset="0"/>
                  <a:ea typeface="微软雅黑" charset="0"/>
                  <a:cs typeface="微软雅黑"/>
                </a:endParaRPr>
              </a:p>
              <a:p>
                <a:pPr algn="ctr"/>
                <a:r>
                  <a:rPr lang="zh-CN" sz="1200" b="0">
                    <a:solidFill>
                      <a:srgbClr val="1F2937"/>
                    </a:solidFill>
                    <a:latin typeface="微软雅黑" charset="0"/>
                    <a:ea typeface="微软雅黑" charset="0"/>
                    <a:cs typeface="微软雅黑"/>
                  </a:rPr>
                  <a:t>裁决</a:t>
                </a:r>
                <a:endParaRPr lang="zh-CN" sz="1200" b="0">
                  <a:latin typeface="微软雅黑" charset="0"/>
                  <a:ea typeface="微软雅黑" charset="0"/>
                </a:endParaRPr>
              </a:p>
            </p:txBody>
          </p:sp>
          <p:pic>
            <p:nvPicPr>
              <p:cNvPr id="20" name="图片 19" descr="大模型训练"/>
              <p:cNvPicPr>
                <a:picLocks noChangeAspect="1"/>
              </p:cNvPicPr>
              <p:nvPr/>
            </p:nvPicPr>
            <p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/>
              </a:stretch>
            </p:blipFill>
            <p:spPr>
              <a:xfrm>
                <a:off x="10317" y="2736"/>
                <a:ext cx="468" cy="468"/>
              </a:xfrm>
              <a:prstGeom prst="rect">
                <a:avLst/>
              </a:prstGeom>
            </p:spPr>
          </p:pic>
        </p:grpSp>
        <p:grpSp>
          <p:nvGrpSpPr>
            <p:cNvPr id="71" name="组合 70"/>
            <p:cNvGrpSpPr/>
            <p:nvPr/>
          </p:nvGrpSpPr>
          <p:grpSpPr>
            <a:xfrm>
              <a:off x="6461" y="4227"/>
              <a:ext cx="3010" cy="890"/>
              <a:chOff x="6348" y="4566"/>
              <a:chExt cx="3010" cy="890"/>
            </a:xfrm>
          </p:grpSpPr>
          <p:sp>
            <p:nvSpPr>
              <p:cNvPr id="104" name="Shape 104"/>
              <p:cNvSpPr txBox="1"/>
              <p:nvPr/>
            </p:nvSpPr>
            <p:spPr>
              <a:xfrm>
                <a:off x="6348" y="4566"/>
                <a:ext cx="3010" cy="890"/>
              </a:xfrm>
              <a:prstGeom prst="roundRect">
                <a:avLst/>
              </a:prstGeom>
              <a:solidFill>
                <a:srgbClr val="FFFFFF"/>
              </a:solidFill>
              <a:ln w="15240">
                <a:solidFill>
                  <a:srgbClr val="76A7E4"/>
                </a:solidFill>
              </a:ln>
            </p:spPr>
            <p:txBody>
              <a:bodyPr wrap="square" lIns="27432" tIns="18288" rIns="27432" bIns="18288" anchor="ctr">
                <a:noAutofit/>
              </a:bodyPr>
              <a:lstStyle/>
              <a:p>
                <a:pPr algn="ctr"/>
                <a:endParaRPr lang="zh-CN" sz="1000" b="0">
                  <a:latin typeface="微软雅黑" charset="0"/>
                  <a:ea typeface="微软雅黑" charset="0"/>
                </a:endParaRPr>
              </a:p>
            </p:txBody>
          </p:sp>
          <p:sp>
            <p:nvSpPr>
              <p:cNvPr id="106" name="Shape 106"/>
              <p:cNvSpPr txBox="1"/>
              <p:nvPr/>
            </p:nvSpPr>
            <p:spPr>
              <a:xfrm>
                <a:off x="7229" y="4824"/>
                <a:ext cx="1944" cy="443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lIns="27432" tIns="18288" rIns="27432" bIns="18288" anchor="ctr">
                <a:spAutoFit/>
              </a:bodyPr>
              <a:lstStyle/>
              <a:p>
                <a:pPr algn="ctr"/>
                <a:r>
                  <a:rPr lang="zh-CN" sz="1600" b="0">
                    <a:solidFill>
                      <a:srgbClr val="0D4A94"/>
                    </a:solidFill>
                    <a:latin typeface="微软雅黑" charset="0"/>
                    <a:ea typeface="微软雅黑" charset="0"/>
                    <a:cs typeface="微软雅黑"/>
                  </a:rPr>
                  <a:t>质量报告</a:t>
                </a:r>
                <a:endParaRPr lang="zh-CN" sz="1600" b="0">
                  <a:solidFill>
                    <a:srgbClr val="0D4A94"/>
                  </a:solidFill>
                  <a:latin typeface="微软雅黑" charset="0"/>
                  <a:ea typeface="微软雅黑" charset="0"/>
                  <a:cs typeface="微软雅黑"/>
                </a:endParaRPr>
              </a:p>
            </p:txBody>
          </p:sp>
          <p:pic>
            <p:nvPicPr>
              <p:cNvPr id="21" name="图片 20" descr="质量报告"/>
              <p:cNvPicPr>
                <a:picLocks noChangeAspect="1"/>
              </p:cNvPicPr>
              <p:nvPr/>
            </p:nvPicPr>
            <p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/>
              </a:stretch>
            </p:blipFill>
            <p:spPr>
              <a:xfrm>
                <a:off x="6797" y="4726"/>
                <a:ext cx="541" cy="541"/>
              </a:xfrm>
              <a:prstGeom prst="rect">
                <a:avLst/>
              </a:prstGeom>
            </p:spPr>
          </p:pic>
        </p:grpSp>
        <p:cxnSp>
          <p:nvCxnSpPr>
            <p:cNvPr id="22" name="肘形连接符 21"/>
            <p:cNvCxnSpPr/>
            <p:nvPr/>
          </p:nvCxnSpPr>
          <p:spPr>
            <a:xfrm rot="5400000" flipV="1">
              <a:off x="6063" y="2324"/>
              <a:ext cx="1069" cy="2737"/>
            </a:xfrm>
            <a:prstGeom prst="bentConnector3">
              <a:avLst>
                <a:gd name="adj1" fmla="val 50047"/>
              </a:avLst>
            </a:prstGeom>
            <a:ln w="12700"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3" name="肘形连接符 22"/>
            <p:cNvCxnSpPr/>
            <p:nvPr/>
          </p:nvCxnSpPr>
          <p:spPr>
            <a:xfrm rot="5400000" flipV="1">
              <a:off x="6775" y="3036"/>
              <a:ext cx="1069" cy="1314"/>
            </a:xfrm>
            <a:prstGeom prst="bentConnector3">
              <a:avLst>
                <a:gd name="adj1" fmla="val 50000"/>
              </a:avLst>
            </a:prstGeom>
            <a:ln w="12700"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4" name="肘形连接符 23"/>
            <p:cNvCxnSpPr/>
            <p:nvPr/>
          </p:nvCxnSpPr>
          <p:spPr>
            <a:xfrm rot="5400000">
              <a:off x="7427" y="3679"/>
              <a:ext cx="1088" cy="9"/>
            </a:xfrm>
            <a:prstGeom prst="bentConnector3">
              <a:avLst>
                <a:gd name="adj1" fmla="val 49954"/>
              </a:avLst>
            </a:prstGeom>
            <a:ln w="12700"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5" name="肘形连接符 24"/>
            <p:cNvCxnSpPr/>
            <p:nvPr/>
          </p:nvCxnSpPr>
          <p:spPr>
            <a:xfrm rot="5400000">
              <a:off x="8097" y="3008"/>
              <a:ext cx="1088" cy="1350"/>
            </a:xfrm>
            <a:prstGeom prst="bentConnector3">
              <a:avLst>
                <a:gd name="adj1" fmla="val 50000"/>
              </a:avLst>
            </a:prstGeom>
            <a:ln w="12700"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6" name="肘形连接符 25"/>
            <p:cNvCxnSpPr/>
            <p:nvPr/>
          </p:nvCxnSpPr>
          <p:spPr>
            <a:xfrm rot="5400000">
              <a:off x="8779" y="2333"/>
              <a:ext cx="1088" cy="2713"/>
            </a:xfrm>
            <a:prstGeom prst="bentConnector3">
              <a:avLst>
                <a:gd name="adj1" fmla="val 49954"/>
              </a:avLst>
            </a:prstGeom>
            <a:ln w="12700"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80" name="组合 79"/>
            <p:cNvGrpSpPr/>
            <p:nvPr/>
          </p:nvGrpSpPr>
          <p:grpSpPr>
            <a:xfrm>
              <a:off x="5399" y="6133"/>
              <a:ext cx="994" cy="1570"/>
              <a:chOff x="4090" y="7157"/>
              <a:chExt cx="994" cy="1570"/>
            </a:xfrm>
          </p:grpSpPr>
          <p:sp>
            <p:nvSpPr>
              <p:cNvPr id="114" name="Shape 114"/>
              <p:cNvSpPr txBox="1"/>
              <p:nvPr/>
            </p:nvSpPr>
            <p:spPr>
              <a:xfrm>
                <a:off x="4090" y="7157"/>
                <a:ext cx="994" cy="1570"/>
              </a:xfrm>
              <a:prstGeom prst="roundRect">
                <a:avLst/>
              </a:prstGeom>
              <a:solidFill>
                <a:srgbClr val="F1F7FF"/>
              </a:solidFill>
              <a:ln w="12700">
                <a:solidFill>
                  <a:srgbClr val="76A7E4"/>
                </a:solidFill>
              </a:ln>
            </p:spPr>
            <p:txBody>
              <a:bodyPr wrap="square" lIns="27432" tIns="18288" rIns="27432" bIns="18288" anchor="ctr">
                <a:spAutoFit/>
              </a:bodyPr>
              <a:lstStyle/>
              <a:p>
                <a:pPr algn="ctr"/>
                <a:endParaRPr lang="zh-CN" sz="1000" b="0">
                  <a:latin typeface="微软雅黑" charset="0"/>
                  <a:ea typeface="微软雅黑" charset="0"/>
                </a:endParaRPr>
              </a:p>
            </p:txBody>
          </p:sp>
          <p:sp>
            <p:nvSpPr>
              <p:cNvPr id="115" name="Shape 115"/>
              <p:cNvSpPr txBox="1"/>
              <p:nvPr/>
            </p:nvSpPr>
            <p:spPr>
              <a:xfrm>
                <a:off x="4176" y="7206"/>
                <a:ext cx="821" cy="637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lIns="27432" tIns="18288" rIns="27432" bIns="18288" anchor="ctr">
                <a:spAutoFit/>
              </a:bodyPr>
              <a:lstStyle/>
              <a:p>
                <a:pPr algn="ctr"/>
                <a:r>
                  <a:rPr lang="zh-CN" sz="1200" b="0">
                    <a:solidFill>
                      <a:schemeClr val="tx1"/>
                    </a:solidFill>
                    <a:latin typeface="微软雅黑" charset="0"/>
                    <a:ea typeface="微软雅黑" charset="0"/>
                    <a:cs typeface="微软雅黑"/>
                  </a:rPr>
                  <a:t>标签</a:t>
                </a:r>
                <a:endParaRPr lang="zh-CN" sz="1200" b="0">
                  <a:solidFill>
                    <a:schemeClr val="tx1"/>
                  </a:solidFill>
                  <a:latin typeface="微软雅黑" charset="0"/>
                  <a:ea typeface="微软雅黑" charset="0"/>
                </a:endParaRPr>
              </a:p>
              <a:p>
                <a:pPr algn="ctr"/>
                <a:r>
                  <a:rPr lang="zh-CN" sz="1200" b="0">
                    <a:solidFill>
                      <a:schemeClr val="tx1"/>
                    </a:solidFill>
                    <a:latin typeface="微软雅黑" charset="0"/>
                    <a:ea typeface="微软雅黑" charset="0"/>
                    <a:cs typeface="微软雅黑"/>
                  </a:rPr>
                  <a:t>不规范</a:t>
                </a:r>
                <a:endParaRPr lang="zh-CN" sz="1200" b="0">
                  <a:solidFill>
                    <a:schemeClr val="tx1"/>
                  </a:solidFill>
                  <a:latin typeface="微软雅黑" charset="0"/>
                  <a:ea typeface="微软雅黑" charset="0"/>
                  <a:cs typeface="微软雅黑"/>
                </a:endParaRPr>
              </a:p>
            </p:txBody>
          </p:sp>
          <p:pic>
            <p:nvPicPr>
              <p:cNvPr id="72" name="图片 71" descr="标签"/>
              <p:cNvPicPr>
                <a:picLocks noChangeAspect="1"/>
              </p:cNvPicPr>
              <p:nvPr/>
            </p:nvPicPr>
            <p:blipFill>
              <a:blip r:embed="rId24"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tretch>
                <a:fillRect/>
              </a:stretch>
            </p:blipFill>
            <p:spPr>
              <a:xfrm>
                <a:off x="4307" y="7920"/>
                <a:ext cx="647" cy="647"/>
              </a:xfrm>
              <a:prstGeom prst="rect">
                <a:avLst/>
              </a:prstGeom>
            </p:spPr>
          </p:pic>
        </p:grpSp>
        <p:grpSp>
          <p:nvGrpSpPr>
            <p:cNvPr id="84" name="组合 83"/>
            <p:cNvGrpSpPr/>
            <p:nvPr/>
          </p:nvGrpSpPr>
          <p:grpSpPr>
            <a:xfrm>
              <a:off x="9685" y="6133"/>
              <a:ext cx="994" cy="1570"/>
              <a:chOff x="9619" y="7157"/>
              <a:chExt cx="994" cy="1570"/>
            </a:xfrm>
          </p:grpSpPr>
          <p:sp>
            <p:nvSpPr>
              <p:cNvPr id="134" name="Shape 134"/>
              <p:cNvSpPr txBox="1"/>
              <p:nvPr/>
            </p:nvSpPr>
            <p:spPr>
              <a:xfrm>
                <a:off x="9619" y="7157"/>
                <a:ext cx="994" cy="1570"/>
              </a:xfrm>
              <a:prstGeom prst="roundRect">
                <a:avLst/>
              </a:prstGeom>
              <a:solidFill>
                <a:srgbClr val="F1F7FF"/>
              </a:solidFill>
              <a:ln w="12700">
                <a:solidFill>
                  <a:srgbClr val="76A7E4"/>
                </a:solidFill>
              </a:ln>
            </p:spPr>
            <p:txBody>
              <a:bodyPr wrap="square" lIns="27432" tIns="18288" rIns="27432" bIns="18288" anchor="ctr">
                <a:spAutoFit/>
              </a:bodyPr>
              <a:lstStyle/>
              <a:p>
                <a:pPr algn="ctr"/>
                <a:endParaRPr lang="zh-CN" sz="1000" b="0">
                  <a:latin typeface="微软雅黑" charset="0"/>
                  <a:ea typeface="微软雅黑" charset="0"/>
                </a:endParaRPr>
              </a:p>
            </p:txBody>
          </p:sp>
          <p:sp>
            <p:nvSpPr>
              <p:cNvPr id="135" name="Shape 135"/>
              <p:cNvSpPr txBox="1"/>
              <p:nvPr/>
            </p:nvSpPr>
            <p:spPr>
              <a:xfrm>
                <a:off x="9706" y="7206"/>
                <a:ext cx="821" cy="637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lIns="27432" tIns="18288" rIns="27432" bIns="18288" anchor="ctr">
                <a:spAutoFit/>
              </a:bodyPr>
              <a:lstStyle/>
              <a:p>
                <a:pPr algn="ctr"/>
                <a:r>
                  <a:rPr lang="zh-CN" sz="1200" b="0">
                    <a:solidFill>
                      <a:schemeClr val="tx1"/>
                    </a:solidFill>
                    <a:latin typeface="微软雅黑" charset="0"/>
                    <a:ea typeface="微软雅黑" charset="0"/>
                    <a:cs typeface="微软雅黑"/>
                  </a:rPr>
                  <a:t>示例</a:t>
                </a:r>
                <a:endParaRPr lang="zh-CN" sz="1200" b="0">
                  <a:solidFill>
                    <a:schemeClr val="tx1"/>
                  </a:solidFill>
                  <a:latin typeface="微软雅黑" charset="0"/>
                  <a:ea typeface="微软雅黑" charset="0"/>
                </a:endParaRPr>
              </a:p>
              <a:p>
                <a:pPr algn="ctr"/>
                <a:r>
                  <a:rPr lang="zh-CN" sz="1200" b="0">
                    <a:solidFill>
                      <a:schemeClr val="tx1"/>
                    </a:solidFill>
                    <a:latin typeface="微软雅黑" charset="0"/>
                    <a:ea typeface="微软雅黑" charset="0"/>
                    <a:cs typeface="微软雅黑"/>
                  </a:rPr>
                  <a:t>泄漏</a:t>
                </a:r>
                <a:endParaRPr lang="zh-CN" sz="1200" b="0">
                  <a:solidFill>
                    <a:schemeClr val="tx1"/>
                  </a:solidFill>
                  <a:latin typeface="微软雅黑" charset="0"/>
                  <a:ea typeface="微软雅黑" charset="0"/>
                  <a:cs typeface="微软雅黑"/>
                </a:endParaRPr>
              </a:p>
            </p:txBody>
          </p:sp>
          <p:pic>
            <p:nvPicPr>
              <p:cNvPr id="73" name="图片 72" descr="禁止观看"/>
              <p:cNvPicPr>
                <a:picLocks noChangeAspect="1"/>
              </p:cNvPicPr>
              <p:nvPr/>
            </p:nvPicPr>
            <p:blipFill>
              <a:blip r:embed="rId26"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/>
              </a:stretch>
            </p:blipFill>
            <p:spPr>
              <a:xfrm>
                <a:off x="9750" y="7920"/>
                <a:ext cx="647" cy="647"/>
              </a:xfrm>
              <a:prstGeom prst="rect">
                <a:avLst/>
              </a:prstGeom>
            </p:spPr>
          </p:pic>
        </p:grpSp>
        <p:grpSp>
          <p:nvGrpSpPr>
            <p:cNvPr id="83" name="组合 82"/>
            <p:cNvGrpSpPr/>
            <p:nvPr/>
          </p:nvGrpSpPr>
          <p:grpSpPr>
            <a:xfrm>
              <a:off x="8562" y="6133"/>
              <a:ext cx="994" cy="1570"/>
              <a:chOff x="8496" y="7157"/>
              <a:chExt cx="994" cy="1570"/>
            </a:xfrm>
          </p:grpSpPr>
          <p:sp>
            <p:nvSpPr>
              <p:cNvPr id="131" name="Shape 131"/>
              <p:cNvSpPr txBox="1"/>
              <p:nvPr/>
            </p:nvSpPr>
            <p:spPr>
              <a:xfrm>
                <a:off x="8496" y="7157"/>
                <a:ext cx="994" cy="1570"/>
              </a:xfrm>
              <a:prstGeom prst="roundRect">
                <a:avLst/>
              </a:prstGeom>
              <a:solidFill>
                <a:srgbClr val="F1F7FF"/>
              </a:solidFill>
              <a:ln w="12700">
                <a:solidFill>
                  <a:srgbClr val="76A7E4"/>
                </a:solidFill>
              </a:ln>
            </p:spPr>
            <p:txBody>
              <a:bodyPr wrap="square" lIns="27432" tIns="18288" rIns="27432" bIns="18288" anchor="ctr">
                <a:spAutoFit/>
              </a:bodyPr>
              <a:lstStyle/>
              <a:p>
                <a:pPr algn="ctr"/>
                <a:endParaRPr lang="zh-CN" sz="1000" b="0">
                  <a:latin typeface="微软雅黑" charset="0"/>
                  <a:ea typeface="微软雅黑" charset="0"/>
                </a:endParaRPr>
              </a:p>
            </p:txBody>
          </p:sp>
          <p:sp>
            <p:nvSpPr>
              <p:cNvPr id="132" name="Shape 132"/>
              <p:cNvSpPr txBox="1"/>
              <p:nvPr/>
            </p:nvSpPr>
            <p:spPr>
              <a:xfrm>
                <a:off x="8582" y="7206"/>
                <a:ext cx="821" cy="637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lIns="27432" tIns="18288" rIns="27432" bIns="18288" anchor="ctr">
                <a:spAutoFit/>
              </a:bodyPr>
              <a:lstStyle/>
              <a:p>
                <a:pPr algn="ctr"/>
                <a:r>
                  <a:rPr lang="zh-CN" sz="1200" b="0">
                    <a:solidFill>
                      <a:schemeClr val="tx1"/>
                    </a:solidFill>
                    <a:latin typeface="微软雅黑" charset="0"/>
                    <a:ea typeface="微软雅黑" charset="0"/>
                    <a:cs typeface="微软雅黑"/>
                  </a:rPr>
                  <a:t>局部</a:t>
                </a:r>
                <a:endParaRPr lang="zh-CN" sz="1200" b="0">
                  <a:solidFill>
                    <a:schemeClr val="tx1"/>
                  </a:solidFill>
                  <a:latin typeface="微软雅黑" charset="0"/>
                  <a:ea typeface="微软雅黑" charset="0"/>
                </a:endParaRPr>
              </a:p>
              <a:p>
                <a:pPr algn="ctr"/>
                <a:r>
                  <a:rPr lang="zh-CN" sz="1200" b="0">
                    <a:solidFill>
                      <a:schemeClr val="tx1"/>
                    </a:solidFill>
                    <a:latin typeface="微软雅黑" charset="0"/>
                    <a:ea typeface="微软雅黑" charset="0"/>
                    <a:cs typeface="微软雅黑"/>
                  </a:rPr>
                  <a:t>缺失</a:t>
                </a:r>
                <a:endParaRPr lang="zh-CN" sz="1200" b="0">
                  <a:solidFill>
                    <a:schemeClr val="tx1"/>
                  </a:solidFill>
                  <a:latin typeface="微软雅黑" charset="0"/>
                  <a:ea typeface="微软雅黑" charset="0"/>
                  <a:cs typeface="微软雅黑"/>
                </a:endParaRPr>
              </a:p>
            </p:txBody>
          </p:sp>
          <p:pic>
            <p:nvPicPr>
              <p:cNvPr id="74" name="图片 73" descr="缺失"/>
              <p:cNvPicPr>
                <a:picLocks noChangeAspect="1"/>
              </p:cNvPicPr>
              <p:nvPr/>
            </p:nvPicPr>
            <p:blipFill>
              <a:blip r:embed="rId28">
                <a:extLst>
                  <a:ext uri="{96DAC541-7B7A-43D3-8B79-37D633B846F1}">
                    <asvg:svgBlip xmlns:asvg="http://schemas.microsoft.com/office/drawing/2016/SVG/main" r:embed="rId29"/>
                  </a:ext>
                </a:extLst>
              </a:blip>
              <a:stretch>
                <a:fillRect/>
              </a:stretch>
            </p:blipFill>
            <p:spPr>
              <a:xfrm>
                <a:off x="8669" y="7950"/>
                <a:ext cx="647" cy="647"/>
              </a:xfrm>
              <a:prstGeom prst="rect">
                <a:avLst/>
              </a:prstGeom>
            </p:spPr>
          </p:pic>
        </p:grpSp>
        <p:grpSp>
          <p:nvGrpSpPr>
            <p:cNvPr id="82" name="组合 81"/>
            <p:cNvGrpSpPr/>
            <p:nvPr/>
          </p:nvGrpSpPr>
          <p:grpSpPr>
            <a:xfrm>
              <a:off x="7439" y="6133"/>
              <a:ext cx="994" cy="1570"/>
              <a:chOff x="7373" y="7157"/>
              <a:chExt cx="994" cy="1570"/>
            </a:xfrm>
          </p:grpSpPr>
          <p:sp>
            <p:nvSpPr>
              <p:cNvPr id="128" name="Shape 128"/>
              <p:cNvSpPr txBox="1"/>
              <p:nvPr/>
            </p:nvSpPr>
            <p:spPr>
              <a:xfrm>
                <a:off x="7373" y="7157"/>
                <a:ext cx="994" cy="1570"/>
              </a:xfrm>
              <a:prstGeom prst="roundRect">
                <a:avLst/>
              </a:prstGeom>
              <a:solidFill>
                <a:srgbClr val="F1F7FF"/>
              </a:solidFill>
              <a:ln w="12700">
                <a:solidFill>
                  <a:srgbClr val="76A7E4"/>
                </a:solidFill>
              </a:ln>
            </p:spPr>
            <p:txBody>
              <a:bodyPr wrap="square" lIns="27432" tIns="18288" rIns="27432" bIns="18288" anchor="ctr">
                <a:spAutoFit/>
              </a:bodyPr>
              <a:lstStyle/>
              <a:p>
                <a:pPr algn="ctr"/>
                <a:endParaRPr lang="zh-CN" sz="1000" b="0">
                  <a:latin typeface="微软雅黑" charset="0"/>
                  <a:ea typeface="微软雅黑" charset="0"/>
                </a:endParaRPr>
              </a:p>
            </p:txBody>
          </p:sp>
          <p:sp>
            <p:nvSpPr>
              <p:cNvPr id="129" name="Shape 129"/>
              <p:cNvSpPr txBox="1"/>
              <p:nvPr/>
            </p:nvSpPr>
            <p:spPr>
              <a:xfrm>
                <a:off x="7459" y="7206"/>
                <a:ext cx="821" cy="637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lIns="27432" tIns="18288" rIns="27432" bIns="18288" anchor="ctr">
                <a:spAutoFit/>
              </a:bodyPr>
              <a:lstStyle/>
              <a:p>
                <a:pPr algn="ctr"/>
                <a:r>
                  <a:rPr lang="zh-CN" sz="1200" b="0">
                    <a:solidFill>
                      <a:schemeClr val="tx1"/>
                    </a:solidFill>
                    <a:latin typeface="微软雅黑" charset="0"/>
                    <a:ea typeface="微软雅黑" charset="0"/>
                    <a:cs typeface="微软雅黑"/>
                  </a:rPr>
                  <a:t>重复</a:t>
                </a:r>
                <a:endParaRPr lang="zh-CN" sz="1200" b="0">
                  <a:solidFill>
                    <a:schemeClr val="tx1"/>
                  </a:solidFill>
                  <a:latin typeface="微软雅黑" charset="0"/>
                  <a:ea typeface="微软雅黑" charset="0"/>
                </a:endParaRPr>
              </a:p>
              <a:p>
                <a:pPr algn="ctr"/>
                <a:r>
                  <a:rPr lang="zh-CN" sz="1200" b="0">
                    <a:solidFill>
                      <a:schemeClr val="tx1"/>
                    </a:solidFill>
                    <a:latin typeface="微软雅黑" charset="0"/>
                    <a:ea typeface="微软雅黑" charset="0"/>
                    <a:cs typeface="微软雅黑"/>
                  </a:rPr>
                  <a:t>内容</a:t>
                </a:r>
                <a:endParaRPr lang="zh-CN" sz="1200" b="0">
                  <a:solidFill>
                    <a:schemeClr val="tx1"/>
                  </a:solidFill>
                  <a:latin typeface="微软雅黑" charset="0"/>
                  <a:ea typeface="微软雅黑" charset="0"/>
                  <a:cs typeface="微软雅黑"/>
                </a:endParaRPr>
              </a:p>
            </p:txBody>
          </p:sp>
          <p:pic>
            <p:nvPicPr>
              <p:cNvPr id="75" name="图片 74" descr="重复内容处理"/>
              <p:cNvPicPr>
                <a:picLocks noChangeAspect="1"/>
              </p:cNvPicPr>
              <p:nvPr/>
            </p:nvPicPr>
            <p:blipFill>
              <a:blip r:embed="rId30">
                <a:extLst>
                  <a:ext uri="{96DAC541-7B7A-43D3-8B79-37D633B846F1}">
                    <asvg:svgBlip xmlns:asvg="http://schemas.microsoft.com/office/drawing/2016/SVG/main" r:embed="rId31"/>
                  </a:ext>
                </a:extLst>
              </a:blip>
              <a:stretch>
                <a:fillRect/>
              </a:stretch>
            </p:blipFill>
            <p:spPr>
              <a:xfrm>
                <a:off x="7595" y="7920"/>
                <a:ext cx="647" cy="647"/>
              </a:xfrm>
              <a:prstGeom prst="rect">
                <a:avLst/>
              </a:prstGeom>
            </p:spPr>
          </p:pic>
        </p:grpSp>
        <p:grpSp>
          <p:nvGrpSpPr>
            <p:cNvPr id="81" name="组合 80"/>
            <p:cNvGrpSpPr/>
            <p:nvPr/>
          </p:nvGrpSpPr>
          <p:grpSpPr>
            <a:xfrm>
              <a:off x="6435" y="6133"/>
              <a:ext cx="994" cy="1570"/>
              <a:chOff x="5126" y="7157"/>
              <a:chExt cx="994" cy="1570"/>
            </a:xfrm>
          </p:grpSpPr>
          <p:sp>
            <p:nvSpPr>
              <p:cNvPr id="117" name="Shape 117"/>
              <p:cNvSpPr txBox="1"/>
              <p:nvPr/>
            </p:nvSpPr>
            <p:spPr>
              <a:xfrm>
                <a:off x="5126" y="7157"/>
                <a:ext cx="994" cy="1570"/>
              </a:xfrm>
              <a:prstGeom prst="roundRect">
                <a:avLst/>
              </a:prstGeom>
              <a:solidFill>
                <a:srgbClr val="F1F7FF"/>
              </a:solidFill>
              <a:ln w="12700">
                <a:solidFill>
                  <a:srgbClr val="76A7E4"/>
                </a:solidFill>
              </a:ln>
            </p:spPr>
            <p:txBody>
              <a:bodyPr wrap="square" lIns="27432" tIns="18288" rIns="27432" bIns="18288" anchor="ctr">
                <a:spAutoFit/>
              </a:bodyPr>
              <a:lstStyle/>
              <a:p>
                <a:pPr algn="ctr"/>
                <a:endParaRPr lang="zh-CN" sz="1000" b="0">
                  <a:latin typeface="微软雅黑" charset="0"/>
                  <a:ea typeface="微软雅黑" charset="0"/>
                </a:endParaRPr>
              </a:p>
            </p:txBody>
          </p:sp>
          <p:sp>
            <p:nvSpPr>
              <p:cNvPr id="118" name="Shape 118"/>
              <p:cNvSpPr txBox="1"/>
              <p:nvPr/>
            </p:nvSpPr>
            <p:spPr>
              <a:xfrm>
                <a:off x="5213" y="7206"/>
                <a:ext cx="821" cy="637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lIns="27432" tIns="18288" rIns="27432" bIns="18288" anchor="ctr">
                <a:spAutoFit/>
              </a:bodyPr>
              <a:lstStyle/>
              <a:p>
                <a:pPr algn="ctr"/>
                <a:r>
                  <a:rPr lang="zh-CN" sz="1200" b="0">
                    <a:solidFill>
                      <a:schemeClr val="tx1"/>
                    </a:solidFill>
                    <a:latin typeface="微软雅黑" charset="0"/>
                    <a:ea typeface="微软雅黑" charset="0"/>
                    <a:cs typeface="微软雅黑"/>
                  </a:rPr>
                  <a:t>行列</a:t>
                </a:r>
                <a:endParaRPr lang="zh-CN" sz="1200" b="0">
                  <a:solidFill>
                    <a:schemeClr val="tx1"/>
                  </a:solidFill>
                  <a:latin typeface="微软雅黑" charset="0"/>
                  <a:ea typeface="微软雅黑" charset="0"/>
                </a:endParaRPr>
              </a:p>
              <a:p>
                <a:pPr algn="ctr"/>
                <a:r>
                  <a:rPr lang="zh-CN" sz="1200" b="0">
                    <a:solidFill>
                      <a:schemeClr val="tx1"/>
                    </a:solidFill>
                    <a:latin typeface="微软雅黑" charset="0"/>
                    <a:ea typeface="微软雅黑" charset="0"/>
                    <a:cs typeface="微软雅黑"/>
                  </a:rPr>
                  <a:t>错位</a:t>
                </a:r>
                <a:endParaRPr lang="zh-CN" sz="1200" b="0">
                  <a:solidFill>
                    <a:schemeClr val="tx1"/>
                  </a:solidFill>
                  <a:latin typeface="微软雅黑" charset="0"/>
                  <a:ea typeface="微软雅黑" charset="0"/>
                  <a:cs typeface="微软雅黑"/>
                </a:endParaRPr>
              </a:p>
            </p:txBody>
          </p:sp>
          <p:pic>
            <p:nvPicPr>
              <p:cNvPr id="79" name="图片 78" descr="错位核查"/>
              <p:cNvPicPr>
                <a:picLocks noChangeAspect="1"/>
              </p:cNvPicPr>
              <p:nvPr/>
            </p:nvPicPr>
            <p:blipFill>
              <a:blip r:embed="rId32">
                <a:extLst>
                  <a:ext uri="{96DAC541-7B7A-43D3-8B79-37D633B846F1}">
                    <asvg:svgBlip xmlns:asvg="http://schemas.microsoft.com/office/drawing/2016/SVG/main" r:embed="rId33"/>
                  </a:ext>
                </a:extLst>
              </a:blip>
              <a:stretch>
                <a:fillRect/>
              </a:stretch>
            </p:blipFill>
            <p:spPr>
              <a:xfrm>
                <a:off x="5327" y="7891"/>
                <a:ext cx="647" cy="647"/>
              </a:xfrm>
              <a:prstGeom prst="rect">
                <a:avLst/>
              </a:prstGeom>
            </p:spPr>
          </p:pic>
        </p:grpSp>
      </p:grpSp>
      <p:grpSp>
        <p:nvGrpSpPr>
          <p:cNvPr id="251" name="组合 250"/>
          <p:cNvGrpSpPr/>
          <p:nvPr/>
        </p:nvGrpSpPr>
        <p:grpSpPr>
          <a:xfrm>
            <a:off x="7466965" y="967740"/>
            <a:ext cx="3778885" cy="1464310"/>
            <a:chOff x="13795" y="153"/>
            <a:chExt cx="5836" cy="2306"/>
          </a:xfrm>
        </p:grpSpPr>
        <p:sp>
          <p:nvSpPr>
            <p:cNvPr id="145" name="Shape 145"/>
            <p:cNvSpPr txBox="1"/>
            <p:nvPr/>
          </p:nvSpPr>
          <p:spPr>
            <a:xfrm>
              <a:off x="13795" y="153"/>
              <a:ext cx="5836" cy="2306"/>
            </a:xfrm>
            <a:prstGeom prst="roundRect">
              <a:avLst/>
            </a:prstGeom>
            <a:solidFill>
              <a:srgbClr val="F5FFF5"/>
            </a:solidFill>
            <a:ln w="15240">
              <a:solidFill>
                <a:srgbClr val="6BA76D"/>
              </a:solidFill>
            </a:ln>
          </p:spPr>
          <p:txBody>
            <a:bodyPr wrap="square" lIns="27432" tIns="18288" rIns="27432" bIns="18288" anchor="ctr">
              <a:noAutofit/>
            </a:bodyPr>
            <a:lstStyle/>
            <a:p>
              <a:pPr algn="ctr"/>
              <a:endParaRPr lang="zh-CN" sz="1000" b="0">
                <a:latin typeface="微软雅黑" charset="0"/>
                <a:ea typeface="微软雅黑" charset="0"/>
              </a:endParaRPr>
            </a:p>
          </p:txBody>
        </p:sp>
        <p:sp>
          <p:nvSpPr>
            <p:cNvPr id="146" name="Shape 146"/>
            <p:cNvSpPr txBox="1"/>
            <p:nvPr/>
          </p:nvSpPr>
          <p:spPr>
            <a:xfrm>
              <a:off x="14823" y="263"/>
              <a:ext cx="3600" cy="39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27432" tIns="18288" rIns="27432" bIns="18288" anchor="ctr">
              <a:spAutoFit/>
            </a:bodyPr>
            <a:lstStyle/>
            <a:p>
              <a:pPr algn="ctr"/>
              <a:r>
                <a:rPr lang="zh-CN" sz="1400" b="0">
                  <a:solidFill>
                    <a:srgbClr val="2F7D46"/>
                  </a:solidFill>
                  <a:latin typeface="微软雅黑" charset="0"/>
                  <a:ea typeface="微软雅黑" charset="0"/>
                  <a:cs typeface="微软雅黑" charset="0"/>
                </a:rPr>
                <a:t>2 问题驱动的修复动作库</a:t>
              </a:r>
              <a:endParaRPr lang="zh-CN" sz="1400" b="0">
                <a:solidFill>
                  <a:srgbClr val="2F7D46"/>
                </a:solidFill>
                <a:latin typeface="微软雅黑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148" name="Shape 148"/>
            <p:cNvSpPr txBox="1"/>
            <p:nvPr/>
          </p:nvSpPr>
          <p:spPr>
            <a:xfrm>
              <a:off x="15009" y="720"/>
              <a:ext cx="1507" cy="647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86AA86"/>
              </a:solidFill>
            </a:ln>
          </p:spPr>
          <p:txBody>
            <a:bodyPr wrap="square" lIns="27432" tIns="18288" rIns="27432" bIns="18288" anchor="ctr">
              <a:noAutofit/>
            </a:bodyPr>
            <a:lstStyle/>
            <a:p>
              <a:pPr algn="ctr"/>
              <a:endParaRPr lang="zh-CN" sz="1000" b="0">
                <a:latin typeface="微软雅黑" charset="0"/>
                <a:ea typeface="微软雅黑" charset="0"/>
              </a:endParaRPr>
            </a:p>
          </p:txBody>
        </p:sp>
        <p:sp>
          <p:nvSpPr>
            <p:cNvPr id="150" name="Shape 150"/>
            <p:cNvSpPr txBox="1"/>
            <p:nvPr/>
          </p:nvSpPr>
          <p:spPr>
            <a:xfrm>
              <a:off x="15594" y="781"/>
              <a:ext cx="792" cy="54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27432" tIns="18288" rIns="27432" bIns="18288" anchor="ctr">
              <a:spAutoFit/>
            </a:bodyPr>
            <a:lstStyle/>
            <a:p>
              <a:pPr algn="ctr"/>
              <a:r>
                <a:rPr lang="zh-CN" sz="1000" b="0">
                  <a:solidFill>
                    <a:srgbClr val="1F2937"/>
                  </a:solidFill>
                  <a:latin typeface="微软雅黑" charset="0"/>
                  <a:ea typeface="微软雅黑" charset="0"/>
                  <a:cs typeface="微软雅黑" charset="0"/>
                </a:rPr>
                <a:t>结构</a:t>
              </a:r>
              <a:endParaRPr lang="zh-CN" sz="1000" b="0">
                <a:solidFill>
                  <a:srgbClr val="1F2937"/>
                </a:solidFill>
                <a:latin typeface="微软雅黑" charset="0"/>
                <a:ea typeface="微软雅黑" charset="0"/>
                <a:cs typeface="微软雅黑" charset="0"/>
              </a:endParaRPr>
            </a:p>
            <a:p>
              <a:pPr algn="ctr"/>
              <a:r>
                <a:rPr lang="zh-CN" sz="1000" b="0">
                  <a:solidFill>
                    <a:srgbClr val="1F2937"/>
                  </a:solidFill>
                  <a:latin typeface="微软雅黑" charset="0"/>
                  <a:ea typeface="微软雅黑" charset="0"/>
                  <a:cs typeface="微软雅黑" charset="0"/>
                </a:rPr>
                <a:t>修复</a:t>
              </a:r>
              <a:endParaRPr lang="zh-CN" sz="1000" b="0">
                <a:latin typeface="微软雅黑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151" name="Shape 151"/>
            <p:cNvSpPr txBox="1"/>
            <p:nvPr/>
          </p:nvSpPr>
          <p:spPr>
            <a:xfrm>
              <a:off x="16654" y="720"/>
              <a:ext cx="1498" cy="637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86AA86"/>
              </a:solidFill>
            </a:ln>
          </p:spPr>
          <p:txBody>
            <a:bodyPr wrap="square" lIns="27432" tIns="18288" rIns="27432" bIns="18288" anchor="ctr">
              <a:noAutofit/>
            </a:bodyPr>
            <a:lstStyle/>
            <a:p>
              <a:pPr algn="ctr"/>
              <a:endParaRPr lang="zh-CN" sz="1000" b="0">
                <a:latin typeface="微软雅黑" charset="0"/>
                <a:ea typeface="微软雅黑" charset="0"/>
              </a:endParaRPr>
            </a:p>
          </p:txBody>
        </p:sp>
        <p:sp>
          <p:nvSpPr>
            <p:cNvPr id="153" name="Shape 153"/>
            <p:cNvSpPr txBox="1"/>
            <p:nvPr/>
          </p:nvSpPr>
          <p:spPr>
            <a:xfrm>
              <a:off x="17276" y="781"/>
              <a:ext cx="792" cy="54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27432" tIns="18288" rIns="27432" bIns="18288" anchor="ctr">
              <a:spAutoFit/>
            </a:bodyPr>
            <a:lstStyle/>
            <a:p>
              <a:pPr algn="ctr"/>
              <a:r>
                <a:rPr lang="zh-CN" sz="1000" b="0">
                  <a:solidFill>
                    <a:srgbClr val="1F2937"/>
                  </a:solidFill>
                  <a:latin typeface="微软雅黑" charset="0"/>
                  <a:ea typeface="微软雅黑" charset="0"/>
                  <a:cs typeface="微软雅黑"/>
                </a:rPr>
                <a:t>带反馈</a:t>
              </a:r>
              <a:endParaRPr lang="zh-CN" sz="1000" b="0">
                <a:latin typeface="微软雅黑" charset="0"/>
                <a:ea typeface="微软雅黑" charset="0"/>
              </a:endParaRPr>
            </a:p>
            <a:p>
              <a:pPr algn="ctr"/>
              <a:r>
                <a:rPr lang="zh-CN" sz="1000" b="0">
                  <a:solidFill>
                    <a:srgbClr val="1F2937"/>
                  </a:solidFill>
                  <a:latin typeface="微软雅黑" charset="0"/>
                  <a:ea typeface="微软雅黑" charset="0"/>
                  <a:cs typeface="微软雅黑"/>
                </a:rPr>
                <a:t>重识别</a:t>
              </a:r>
              <a:endParaRPr lang="zh-CN" sz="1000" b="0">
                <a:latin typeface="微软雅黑" charset="0"/>
                <a:ea typeface="微软雅黑" charset="0"/>
              </a:endParaRPr>
            </a:p>
          </p:txBody>
        </p:sp>
        <p:sp>
          <p:nvSpPr>
            <p:cNvPr id="157" name="Shape 157"/>
            <p:cNvSpPr txBox="1"/>
            <p:nvPr/>
          </p:nvSpPr>
          <p:spPr>
            <a:xfrm>
              <a:off x="15018" y="1598"/>
              <a:ext cx="1498" cy="647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86AA86"/>
              </a:solidFill>
            </a:ln>
          </p:spPr>
          <p:txBody>
            <a:bodyPr wrap="square" lIns="27432" tIns="18288" rIns="27432" bIns="18288" anchor="ctr">
              <a:noAutofit/>
            </a:bodyPr>
            <a:lstStyle/>
            <a:p>
              <a:pPr algn="ctr"/>
              <a:endParaRPr lang="zh-CN" sz="1000" b="0">
                <a:latin typeface="微软雅黑" charset="0"/>
                <a:ea typeface="微软雅黑" charset="0"/>
              </a:endParaRPr>
            </a:p>
          </p:txBody>
        </p:sp>
        <p:sp>
          <p:nvSpPr>
            <p:cNvPr id="159" name="Shape 159"/>
            <p:cNvSpPr txBox="1"/>
            <p:nvPr/>
          </p:nvSpPr>
          <p:spPr>
            <a:xfrm>
              <a:off x="15594" y="1660"/>
              <a:ext cx="792" cy="54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27432" tIns="18288" rIns="27432" bIns="18288" anchor="ctr">
              <a:spAutoFit/>
            </a:bodyPr>
            <a:lstStyle/>
            <a:p>
              <a:pPr algn="ctr"/>
              <a:r>
                <a:rPr lang="zh-CN" sz="1000" b="0">
                  <a:solidFill>
                    <a:srgbClr val="1F2937"/>
                  </a:solidFill>
                  <a:latin typeface="微软雅黑" charset="0"/>
                  <a:ea typeface="微软雅黑" charset="0"/>
                  <a:cs typeface="微软雅黑"/>
                </a:rPr>
                <a:t>无示例</a:t>
              </a:r>
              <a:endParaRPr lang="zh-CN" sz="1000" b="0">
                <a:latin typeface="微软雅黑" charset="0"/>
                <a:ea typeface="微软雅黑" charset="0"/>
              </a:endParaRPr>
            </a:p>
            <a:p>
              <a:pPr algn="ctr"/>
              <a:r>
                <a:rPr lang="zh-CN" sz="1000" b="0">
                  <a:solidFill>
                    <a:srgbClr val="1F2937"/>
                  </a:solidFill>
                  <a:latin typeface="微软雅黑" charset="0"/>
                  <a:ea typeface="微软雅黑" charset="0"/>
                  <a:cs typeface="微软雅黑"/>
                </a:rPr>
                <a:t>重试</a:t>
              </a:r>
              <a:endParaRPr lang="zh-CN" sz="1000" b="0">
                <a:latin typeface="微软雅黑" charset="0"/>
                <a:ea typeface="微软雅黑" charset="0"/>
              </a:endParaRPr>
            </a:p>
          </p:txBody>
        </p:sp>
        <p:sp>
          <p:nvSpPr>
            <p:cNvPr id="160" name="Shape 160"/>
            <p:cNvSpPr txBox="1"/>
            <p:nvPr/>
          </p:nvSpPr>
          <p:spPr>
            <a:xfrm>
              <a:off x="16684" y="1598"/>
              <a:ext cx="1498" cy="637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86AA86"/>
              </a:solidFill>
            </a:ln>
          </p:spPr>
          <p:txBody>
            <a:bodyPr wrap="square" lIns="27432" tIns="18288" rIns="27432" bIns="18288" anchor="ctr">
              <a:noAutofit/>
            </a:bodyPr>
            <a:lstStyle/>
            <a:p>
              <a:pPr algn="ctr"/>
              <a:endParaRPr lang="zh-CN" sz="1000" b="0">
                <a:latin typeface="微软雅黑" charset="0"/>
                <a:ea typeface="微软雅黑" charset="0"/>
              </a:endParaRPr>
            </a:p>
          </p:txBody>
        </p:sp>
        <p:sp>
          <p:nvSpPr>
            <p:cNvPr id="162" name="Shape 162"/>
            <p:cNvSpPr txBox="1"/>
            <p:nvPr/>
          </p:nvSpPr>
          <p:spPr>
            <a:xfrm>
              <a:off x="17276" y="1660"/>
              <a:ext cx="792" cy="54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27432" tIns="18288" rIns="27432" bIns="18288" anchor="ctr">
              <a:spAutoFit/>
            </a:bodyPr>
            <a:lstStyle/>
            <a:p>
              <a:pPr algn="ctr"/>
              <a:r>
                <a:rPr lang="zh-CN" sz="1000" b="0">
                  <a:solidFill>
                    <a:srgbClr val="1F2937"/>
                  </a:solidFill>
                  <a:latin typeface="微软雅黑" charset="0"/>
                  <a:ea typeface="微软雅黑" charset="0"/>
                  <a:cs typeface="微软雅黑"/>
                </a:rPr>
                <a:t>单元格</a:t>
              </a:r>
              <a:endParaRPr lang="zh-CN" sz="1000" b="0">
                <a:latin typeface="微软雅黑" charset="0"/>
                <a:ea typeface="微软雅黑" charset="0"/>
              </a:endParaRPr>
            </a:p>
            <a:p>
              <a:pPr algn="ctr"/>
              <a:r>
                <a:rPr lang="zh-CN" sz="1000" b="0">
                  <a:solidFill>
                    <a:srgbClr val="1F2937"/>
                  </a:solidFill>
                  <a:latin typeface="微软雅黑" charset="0"/>
                  <a:ea typeface="微软雅黑" charset="0"/>
                  <a:cs typeface="微软雅黑"/>
                </a:rPr>
                <a:t>复核</a:t>
              </a:r>
              <a:endParaRPr lang="zh-CN" sz="1000" b="0">
                <a:latin typeface="微软雅黑" charset="0"/>
                <a:ea typeface="微软雅黑" charset="0"/>
              </a:endParaRPr>
            </a:p>
          </p:txBody>
        </p:sp>
        <p:pic>
          <p:nvPicPr>
            <p:cNvPr id="89" name="图片 88" descr="html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5162" y="817"/>
              <a:ext cx="432" cy="432"/>
            </a:xfrm>
            <a:prstGeom prst="rect">
              <a:avLst/>
            </a:prstGeom>
          </p:spPr>
        </p:pic>
        <p:pic>
          <p:nvPicPr>
            <p:cNvPr id="92" name="图片 91" descr="复核配置"/>
            <p:cNvPicPr>
              <a:picLocks noChangeAspect="1"/>
            </p:cNvPicPr>
            <p:nvPr/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16844" y="817"/>
              <a:ext cx="432" cy="432"/>
            </a:xfrm>
            <a:prstGeom prst="rect">
              <a:avLst/>
            </a:prstGeom>
          </p:spPr>
        </p:pic>
        <p:pic>
          <p:nvPicPr>
            <p:cNvPr id="93" name="图片 92" descr="重试"/>
            <p:cNvPicPr>
              <a:picLocks noChangeAspect="1"/>
            </p:cNvPicPr>
            <p:nvPr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5216" y="1714"/>
              <a:ext cx="378" cy="378"/>
            </a:xfrm>
            <a:prstGeom prst="rect">
              <a:avLst/>
            </a:prstGeom>
          </p:spPr>
        </p:pic>
        <p:pic>
          <p:nvPicPr>
            <p:cNvPr id="94" name="图片 93" descr="重新识别"/>
            <p:cNvPicPr>
              <a:picLocks noChangeAspect="1"/>
            </p:cNvPicPr>
            <p:nvPr/>
          </p:nvPicPr>
          <p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p:blipFill>
          <p:spPr>
            <a:xfrm>
              <a:off x="16844" y="1674"/>
              <a:ext cx="432" cy="432"/>
            </a:xfrm>
            <a:prstGeom prst="rect">
              <a:avLst/>
            </a:prstGeom>
          </p:spPr>
        </p:pic>
      </p:grpSp>
      <p:cxnSp>
        <p:nvCxnSpPr>
          <p:cNvPr id="256" name="肘形连接符 255"/>
          <p:cNvCxnSpPr>
            <a:stCxn id="167" idx="2"/>
            <a:endCxn id="12" idx="2"/>
          </p:cNvCxnSpPr>
          <p:nvPr/>
        </p:nvCxnSpPr>
        <p:spPr>
          <a:xfrm rot="5400000">
            <a:off x="5014278" y="1080453"/>
            <a:ext cx="442595" cy="8242300"/>
          </a:xfrm>
          <a:prstGeom prst="bentConnector3">
            <a:avLst>
              <a:gd name="adj1" fmla="val 153730"/>
            </a:avLst>
          </a:prstGeom>
          <a:ln w="19050" cmpd="sng">
            <a:solidFill>
              <a:srgbClr val="168C9F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8" name="肘形连接符 257"/>
          <p:cNvCxnSpPr>
            <a:stCxn id="145" idx="2"/>
            <a:endCxn id="167" idx="0"/>
          </p:cNvCxnSpPr>
          <p:nvPr/>
        </p:nvCxnSpPr>
        <p:spPr>
          <a:xfrm rot="5400000" flipV="1">
            <a:off x="9079865" y="2708910"/>
            <a:ext cx="553720" cy="3175"/>
          </a:xfrm>
          <a:prstGeom prst="bentConnector2">
            <a:avLst/>
          </a:prstGeom>
          <a:ln w="19050" cmpd="sng">
            <a:solidFill>
              <a:srgbClr val="2F7D46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1" name="肘形连接符 260"/>
          <p:cNvCxnSpPr>
            <a:stCxn id="55" idx="3"/>
            <a:endCxn id="145" idx="1"/>
          </p:cNvCxnSpPr>
          <p:nvPr/>
        </p:nvCxnSpPr>
        <p:spPr>
          <a:xfrm flipV="1">
            <a:off x="7108190" y="1699895"/>
            <a:ext cx="358775" cy="1143000"/>
          </a:xfrm>
          <a:prstGeom prst="bentConnector3">
            <a:avLst>
              <a:gd name="adj1" fmla="val 50088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EditableQualityRepair">
  <a:themeElements>
    <a:clrScheme name="Custom">
      <a:dk1>
        <a:srgbClr val="111827"/>
      </a:dk1>
      <a:lt1>
        <a:srgbClr val="FFFFFF"/>
      </a:lt1>
      <a:dk2>
        <a:srgbClr val="1F2937"/>
      </a:dk2>
      <a:lt2>
        <a:srgbClr val="F8FAFC"/>
      </a:lt2>
      <a:accent1>
        <a:srgbClr val="1E64B7"/>
      </a:accent1>
      <a:accent2>
        <a:srgbClr val="2F7D46"/>
      </a:accent2>
      <a:accent3>
        <a:srgbClr val="168C9F"/>
      </a:accent3>
      <a:accent4>
        <a:srgbClr val="5D49A6"/>
      </a:accent4>
      <a:accent5>
        <a:srgbClr val="76A7E4"/>
      </a:accent5>
      <a:accent6>
        <a:srgbClr val="A892D4"/>
      </a:accent6>
      <a:hlink>
        <a:srgbClr val="0563C1"/>
      </a:hlink>
      <a:folHlink>
        <a:srgbClr val="954F72"/>
      </a:folHlink>
    </a:clrScheme>
    <a:fontScheme name="YaHei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  <a:ln/>
        <a:ln/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232</Words>
  <Application>WPS 演示</Application>
  <PresentationFormat>Custom</PresentationFormat>
  <Paragraphs>88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8" baseType="lpstr">
      <vt:lpstr>Arial</vt:lpstr>
      <vt:lpstr>宋体</vt:lpstr>
      <vt:lpstr>Wingdings</vt:lpstr>
      <vt:lpstr>微软雅黑</vt:lpstr>
      <vt:lpstr>汉仪旗黑</vt:lpstr>
      <vt:lpstr>宋体-简</vt:lpstr>
      <vt:lpstr>Arial Unicode MS</vt:lpstr>
      <vt:lpstr>微软雅黑</vt:lpstr>
      <vt:lpstr>Calibri</vt:lpstr>
      <vt:lpstr>Helvetica Neue</vt:lpstr>
      <vt:lpstr>宋体</vt:lpstr>
      <vt:lpstr>微软雅黑</vt:lpstr>
      <vt:lpstr>黑体</vt:lpstr>
      <vt:lpstr>黑体-简</vt:lpstr>
      <vt:lpstr>微软雅黑</vt:lpstr>
      <vt:lpstr>微软雅黑</vt:lpstr>
      <vt:lpstr>EditableQualityRepair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识别结果质量评估与修复流程可编辑复刻</dc:title>
  <dc:creator>Codex</dc:creator>
  <cp:lastModifiedBy>灿烂</cp:lastModifiedBy>
  <cp:revision>3</cp:revision>
  <dcterms:created xsi:type="dcterms:W3CDTF">2026-06-23T07:01:57Z</dcterms:created>
  <dcterms:modified xsi:type="dcterms:W3CDTF">2026-06-23T07:01:57Z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2052-12.1.26016.26016</vt:lpwstr>
  </property>
  <property fmtid="{D5CDD505-2E9C-101B-9397-08002B2CF9AE}" pid="3" name="ICV">
    <vt:lpwstr>835CFBF8CEC623503CFB396A5A38357B_42</vt:lpwstr>
  </property>
</Properties>
</file>